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4e0e59d95c4894" /><Relationship Type="http://schemas.openxmlformats.org/officeDocument/2006/relationships/extended-properties" Target="/docProps/app.xml" Id="Rdcdb473756b84dd6" /><Relationship Type="http://schemas.openxmlformats.org/officeDocument/2006/relationships/officeDocument" Target="/ppt/presentation.xml" Id="R9489d7b697c946f7" /></Relationships>
</file>

<file path=ppt/presentation.xml><?xml version="1.0" encoding="utf-8"?>
<p:presentation xmlns:p="http://schemas.openxmlformats.org/presentationml/2006/main">
  <p:sldMasterIdLst>
    <p:sldMasterId xmlns:r="http://schemas.openxmlformats.org/officeDocument/2006/relationships" id="2147483648" r:id="R6a74dee4636b486e"/>
  </p:sldMasterIdLst>
  <p:notesMasterIdLst>
    <p:notesMasterId xmlns:r="http://schemas.openxmlformats.org/officeDocument/2006/relationships" r:id="Re412211b5cb04e31"/>
  </p:notesMasterIdLst>
  <p:sldIdLst>
    <p:sldId xmlns:r="http://schemas.openxmlformats.org/officeDocument/2006/relationships" id="256" r:id="R819a4634c5d049fd"/>
    <p:sldId xmlns:r="http://schemas.openxmlformats.org/officeDocument/2006/relationships" id="257" r:id="R70fec6c4016d4ce3"/>
    <p:sldId xmlns:r="http://schemas.openxmlformats.org/officeDocument/2006/relationships" id="258" r:id="R6b1a53f39bbb4a27"/>
    <p:sldId xmlns:r="http://schemas.openxmlformats.org/officeDocument/2006/relationships" id="259" r:id="Rd9296a2d0b8647c2"/>
    <p:sldId xmlns:r="http://schemas.openxmlformats.org/officeDocument/2006/relationships" id="260" r:id="Rb979a293d99b4c82"/>
    <p:sldId xmlns:r="http://schemas.openxmlformats.org/officeDocument/2006/relationships" id="261" r:id="Rfd6b742b24c144b1"/>
    <p:sldId xmlns:r="http://schemas.openxmlformats.org/officeDocument/2006/relationships" id="262" r:id="Ra953e2d28b32460a"/>
    <p:sldId xmlns:r="http://schemas.openxmlformats.org/officeDocument/2006/relationships" id="263" r:id="Rb21b9e4f037142ca"/>
    <p:sldId xmlns:r="http://schemas.openxmlformats.org/officeDocument/2006/relationships" id="264" r:id="R90a9fd218df84128"/>
    <p:sldId xmlns:r="http://schemas.openxmlformats.org/officeDocument/2006/relationships" id="265" r:id="Rff8bf8d70cc549e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279f5595fb4f7e" /><Relationship Type="http://schemas.openxmlformats.org/officeDocument/2006/relationships/slideMaster" Target="/ppt/slideMasters/slideMaster1.xml" Id="R6a74dee4636b486e" /><Relationship Type="http://schemas.openxmlformats.org/officeDocument/2006/relationships/notesMaster" Target="/ppt/notesMasters/notesMaster1.xml" Id="Re412211b5cb04e31" /><Relationship Type="http://schemas.openxmlformats.org/officeDocument/2006/relationships/presProps" Target="/ppt/presProps.xml" Id="R1c1f99c27e45442f" /><Relationship Type="http://schemas.openxmlformats.org/officeDocument/2006/relationships/tableStyles" Target="/ppt/tableStyles.xml" Id="R32e8a507d9264bba" /><Relationship Type="http://schemas.openxmlformats.org/officeDocument/2006/relationships/slide" Target="/ppt/slides/slide1.xml" Id="R819a4634c5d049fd" /><Relationship Type="http://schemas.openxmlformats.org/officeDocument/2006/relationships/slide" Target="/ppt/slides/slide2.xml" Id="R70fec6c4016d4ce3" /><Relationship Type="http://schemas.openxmlformats.org/officeDocument/2006/relationships/slide" Target="/ppt/slides/slide3.xml" Id="R6b1a53f39bbb4a27" /><Relationship Type="http://schemas.openxmlformats.org/officeDocument/2006/relationships/slide" Target="/ppt/slides/slide4.xml" Id="Rd9296a2d0b8647c2" /><Relationship Type="http://schemas.openxmlformats.org/officeDocument/2006/relationships/slide" Target="/ppt/slides/slide5.xml" Id="Rb979a293d99b4c82" /><Relationship Type="http://schemas.openxmlformats.org/officeDocument/2006/relationships/slide" Target="/ppt/slides/slide6.xml" Id="Rfd6b742b24c144b1" /><Relationship Type="http://schemas.openxmlformats.org/officeDocument/2006/relationships/slide" Target="/ppt/slides/slide7.xml" Id="Ra953e2d28b32460a" /><Relationship Type="http://schemas.openxmlformats.org/officeDocument/2006/relationships/slide" Target="/ppt/slides/slide8.xml" Id="Rb21b9e4f037142ca" /><Relationship Type="http://schemas.openxmlformats.org/officeDocument/2006/relationships/slide" Target="/ppt/slides/slide9.xml" Id="R90a9fd218df84128" /><Relationship Type="http://schemas.openxmlformats.org/officeDocument/2006/relationships/slide" Target="/ppt/slides/slide10.xml" Id="Rff8bf8d70cc549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130814823c43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6b8e35ddf645cd" /><Relationship Type="http://schemas.openxmlformats.org/officeDocument/2006/relationships/notesMaster" Target="/ppt/notesMasters/notesMaster1.xml" Id="R0d5d26a8c5d840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68a3392b594cf7" /><Relationship Type="http://schemas.openxmlformats.org/officeDocument/2006/relationships/notesMaster" Target="/ppt/notesMasters/notesMaster1.xml" Id="R3e4c81f48b914d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6012b5a14742dd" /><Relationship Type="http://schemas.openxmlformats.org/officeDocument/2006/relationships/notesMaster" Target="/ppt/notesMasters/notesMaster1.xml" Id="Rc64521d68f5e40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747751ef694363" /><Relationship Type="http://schemas.openxmlformats.org/officeDocument/2006/relationships/notesMaster" Target="/ppt/notesMasters/notesMaster1.xml" Id="Rcd76c338554b46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26663b606943e9" /><Relationship Type="http://schemas.openxmlformats.org/officeDocument/2006/relationships/notesMaster" Target="/ppt/notesMasters/notesMaster1.xml" Id="Ref19510fd30d4a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9a58d7c7754ebc" /><Relationship Type="http://schemas.openxmlformats.org/officeDocument/2006/relationships/notesMaster" Target="/ppt/notesMasters/notesMaster1.xml" Id="R4557edd4094f4d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d62577d77241d0" /><Relationship Type="http://schemas.openxmlformats.org/officeDocument/2006/relationships/notesMaster" Target="/ppt/notesMasters/notesMaster1.xml" Id="R9a43509738e642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00e2c5805b43b0" /><Relationship Type="http://schemas.openxmlformats.org/officeDocument/2006/relationships/notesMaster" Target="/ppt/notesMasters/notesMaster1.xml" Id="R0f8061e5b464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ae2699da314650" /><Relationship Type="http://schemas.openxmlformats.org/officeDocument/2006/relationships/notesMaster" Target="/ppt/notesMasters/notesMaster1.xml" Id="R5993bfa181534a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38fa07e8d145d0" /><Relationship Type="http://schemas.openxmlformats.org/officeDocument/2006/relationships/notesMaster" Target="/ppt/notesMasters/notesMaster1.xml" Id="R24c8becf92194a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scenes 1–2</a:t>
            </a:r>
          </a:p>
          <a:p xmlns:a="http://schemas.openxmlformats.org/drawingml/2006/main">
            <a:r>
              <a:t/>
            </a:r>
          </a:p>
          <a:p xmlns:a="http://schemas.openxmlformats.org/drawingml/2006/main">
            <a:r>
              <a:t>I’m the project lead. My background includes auditing, internal controls, music and creative work. That combination has made me interested in both what people can create and how we understand what we’re relying on. I’m building Control Anchor, powered by Triadic Cognitive Systems. The idea is to help people use AI with understandable rules, useful evidence and a clear way to correct mistakes. I want it to be useful to a small business, a community organization or a family, as well as a larger institution. You shouldn’t need to become a software engineer to use it.</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1</a:t>
            </a:r>
          </a:p>
          <a:p xmlns:a="http://schemas.openxmlformats.org/drawingml/2006/main">
            <a:r>
              <a:t/>
            </a:r>
          </a:p>
          <a:p xmlns:a="http://schemas.openxmlformats.org/drawingml/2006/main">
            <a:r>
              <a:t>An AI can give you a convincing answer and even cite a real document, while getting the important part wrong. Imagine the document says, ‘We received your proposal. Approval is pending.’ The AI says, ‘Your proposal was approved.’ The link works. The meaning has changed. What I want is a tool that helps us notice that difference, understand it, and do something useful about it.</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3</a:t>
            </a:r>
          </a:p>
          <a:p xmlns:a="http://schemas.openxmlformats.org/drawingml/2006/main">
            <a:r>
              <a:t/>
            </a:r>
          </a:p>
          <a:p xmlns:a="http://schemas.openxmlformats.org/drawingml/2006/main">
            <a:r>
              <a:t>Here’s an example. You run a small business and ask an AI to draft a customer quotation. Your terms say that a discount above ten percent needs the owner’s approval. The draft includes fifteen percent. In the workflow we’re designing, you can read the original draft, see the relevant rule and inspect the discrepancy. If approval evidence is missing, the system should say it didn’t find that evidence in the material it was given. That is different from proving approval never happened. You can request a correction or supply the missing information. The earlier version stays attributable. And checking the quotation is separate from having permission to send it. The useful outcome is a task you can finish with less reconstruction and fewer hidden assumptions.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5</a:t>
            </a:r>
          </a:p>
          <a:p xmlns:a="http://schemas.openxmlformats.org/drawingml/2006/main">
            <a:r>
              <a:t/>
            </a:r>
          </a:p>
          <a:p xmlns:a="http://schemas.openxmlformats.org/drawingml/2006/main">
            <a:r>
              <a:t>I want the controls to be forgiving and readable. An organization could start with supported rules or adapt its own requirements. A parent might want a learning workspace that offers hints, explains how an answer was reached, and asks before sharing something outside the household. Those intentions need different kinds of checks and permissions. An AI can help interpret a rule, but that interpretation also needs scrutiny. The person should be able to see what the system understood and correct it. A family workspace would govern its supported connections, not every app on a child’s device. Privacy, learning and the ability to ask questions matter alongside protection.</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4</a:t>
            </a:r>
          </a:p>
          <a:p xmlns:a="http://schemas.openxmlformats.org/drawingml/2006/main">
            <a:r>
              <a:t/>
            </a:r>
          </a:p>
          <a:p xmlns:a="http://schemas.openxmlformats.org/drawingml/2006/main">
            <a:r>
              <a:t>The architecture divides that work into responsibilities. Sonya connects supported AI inputs and outputs to the application. CoherenceLattice organizes the relationships between claims and evidence. Sophia supplies identified checks and separately attributable challenge. Atlas helps explain the result, preserve disagreements and guide the next useful question. AEGIS handles technical admission and permission boundaries. The control definitions and evidence records give those roles something concrete to work with. These names don’t require a separate model running all the time. One suitable model may serve different roles in sequence, and exact checks can use ordinary software. The Windows application and an add-on inside a supported AI chat application are intended to be two ways into the same product. A chat login alone does not grant access to your local records or organization.</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4</a:t>
            </a:r>
          </a:p>
          <a:p xmlns:a="http://schemas.openxmlformats.org/drawingml/2006/main">
            <a:r>
              <a:t/>
            </a:r>
          </a:p>
          <a:p xmlns:a="http://schemas.openxmlformats.org/drawingml/2006/main">
            <a:r>
              <a:t>The architecture divides that work into responsibilities. Sonya connects supported AI inputs and outputs to the application. CoherenceLattice organizes the relationships between claims and evidence. Sophia supplies identified checks and separately attributable challenge. Atlas helps explain the result, preserve disagreements and guide the next useful question. AEGIS handles technical admission and permission boundaries. The control definitions and evidence records give those roles something concrete to work with. These names don’t require a separate model running all the time. One suitable model may serve different roles in sequence, and exact checks can use ordinary software. The Windows application and an add-on inside a supported AI chat application are intended to be two ways into the same product. A chat login alone does not grant access to your local records or organization. UCC, custody and the complete role map appear in the technical companion deck.</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scenes 3–4</a:t>
            </a:r>
          </a:p>
          <a:p xmlns:a="http://schemas.openxmlformats.org/drawingml/2006/main">
            <a:r>
              <a:t/>
            </a:r>
          </a:p>
          <a:p xmlns:a="http://schemas.openxmlformats.org/drawingml/2006/main">
            <a:r>
              <a:t>Here’s an example. You run a small business and ask an AI to draft a customer quotation. Your terms say that a discount above ten percent needs the owner’s approval. The draft includes fifteen percent. In the workflow we’re designing, you can read the original draft, see the relevant rule and inspect the discrepancy. If approval evidence is missing, the system should say it didn’t find that evidence in the material it was given. That is different from proving approval never happened. You can request a correction or supply the missing information. The earlier version stays attributable. And checking the quotation is separate from having permission to send it. The useful outcome is a task you can finish with less reconstruction and fewer hidden assumptions.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https://github.com/pdxvoiceteacher/triadicbrain-open-alpha/blob/57db79984939f052d67fa0473d3982615948ef34/integrations/chatgpt/qualification/evidence/38003358305/README.md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5</a:t>
            </a:r>
          </a:p>
          <a:p xmlns:a="http://schemas.openxmlformats.org/drawingml/2006/main">
            <a:r>
              <a:t/>
            </a:r>
          </a:p>
          <a:p xmlns:a="http://schemas.openxmlformats.org/drawingml/2006/main">
            <a:r>
              <a:t>I want the controls to be forgiving and readable. An organization could start with supported rules or adapt its own requirements. A parent might want a learning workspace that offers hints, explains how an answer was reached, and asks before sharing something outside the household. Those intentions need different kinds of checks and permissions. An AI can help interpret a rule, but that interpretation also needs scrutiny. The person should be able to see what the system understood and correct it. A family workspace would govern its supported connections, not every app on a child’s device. Privacy, learning and the ability to ask questions matter alongside protection.</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Development evidence, slide 9.</a:t>
            </a:r>
          </a:p>
          <a:p xmlns:a="http://schemas.openxmlformats.org/drawingml/2006/main">
            <a:r>
              <a:t/>
            </a:r>
          </a:p>
          <a:p xmlns:a="http://schemas.openxmlformats.org/drawingml/2006/main">
            <a:r>
              <a:t>As of 18 October 2026, the private reviewer repository demonstrates an offline captured-output custody, review, repair and export-verification component. Eight focused unittest tests passed on Windows Python 3.12.14, with four directory/ZIP verification checks. The review is scripted and the advisory is injected. No model is called.</a:t>
            </a:r>
          </a:p>
          <a:p xmlns:a="http://schemas.openxmlformats.org/drawingml/2006/main">
            <a:r>
              <a:t/>
            </a:r>
          </a:p>
          <a:p xmlns:a="http://schemas.openxmlformats.org/drawingml/2006/main">
            <a:r>
              <a:t>Claim boundary: Sophia and Atlas are names on logical records in this component demonstration, not separately executing cognitive components. STANDARD produces no semantic findings. The evidence establishes the declared logical-role, custody/hash-chain and export checks only. It does not establish installed startup, live AI/ChatGPT operation, human usefulness or P2P operation. The original application remains a separate evidence track: active original CI184 qualified installation, while startup remains UNKNOWN. Reviewer access is pending; this is private preparation, not a live or public demonstration.</a:t>
            </a:r>
          </a:p>
          <a:p xmlns:a="http://schemas.openxmlformats.org/drawingml/2006/main">
            <a:r>
              <a:t/>
            </a:r>
          </a:p>
          <a:p xmlns:a="http://schemas.openxmlformats.org/drawingml/2006/main">
            <a:r>
              <a:t>Exact reviewer source: https://github.com/pdxvoiceteacher/control-anchor-reviewer-demo/tree/ed5bce3de817b91898f2d63f4b6a8b7952bf1952</a:t>
            </a:r>
          </a:p>
          <a:p xmlns:a="http://schemas.openxmlformats.org/drawingml/2006/main">
            <a:r>
              <a:t>Commit: ed5bce3de817b91898f2d63f4b6a8b7952bf1952</a:t>
            </a:r>
          </a:p>
          <a:p xmlns:a="http://schemas.openxmlformats.org/drawingml/2006/main">
            <a:r>
              <a:t/>
            </a:r>
          </a:p>
          <a:p xmlns:a="http://schemas.openxmlformats.org/drawingml/2006/main">
            <a:r>
              <a:t>The full product architecture and Sophia network vision on the other slides remain design/research goals. This bounded component adds evidence without replacing that vision.</a:t>
            </a:r>
          </a:p>
          <a:p xmlns:a="http://schemas.openxmlformats.org/drawingml/2006/main">
            <a:r>
              <a:t/>
            </a:r>
          </a:p>
          <a:p xmlns:a="http://schemas.openxmlformats.org/drawingml/2006/main">
            <a:r>
              <a:t>Historical context from the earlier edition (not current qualification):</a:t>
            </a:r>
          </a:p>
          <a:p xmlns:a="http://schemas.openxmlformats.org/drawingml/2006/main">
            <a:r>
              <a:t>Script alignment: Founder introduction, scene 7</a:t>
            </a:r>
          </a:p>
          <a:p xmlns:a="http://schemas.openxmlformats.org/drawingml/2006/main">
            <a:r>
              <a:t/>
            </a:r>
          </a:p>
          <a:p xmlns:a="http://schemas.openxmlformats.org/drawingml/2006/main">
            <a:r>
              <a:t>Control Anchor is still in development. Connected workflows have passed selected tests using controlled responses and simulated identities. Those results are useful, but they don’t establish a finished installed product or real-world usefulness. At the time I’m preparing this video, the installed and live-model path still needs to be demonstrated. I’ll keep a dated status link below so you can distinguish this explanation from the latest engineering result. The white paper brings together the product, research, possible business models and the questions we still need to answer. MCP27 reports 24 exact cases/all 72 phases at product 19400efc3be29cc9025ea833cbb59da27d3aa783. CI34 remains failed/incomplete in the inspected receipt. These counts do not establish whole-product readiness.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https://github.com/pdxvoiceteacher/triadicbrain-open-alpha/blob/57db79984939f052d67fa0473d3982615948ef34/integrations/chatgpt/qualification/evidence/38003358305/README.md</a:t>
            </a:r>
          </a:p>
          <a:p xmlns:a="http://schemas.openxmlformats.org/drawingml/2006/main">
            <a:r>
              <a:t>https://github.com/pdxvoiceteacher/triadicbrain-open-alpha/blob/6209de81358909cbd253dc51048dd3beae98003d/review/windows-source-ci/attempt34-38009425386/README.md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a:p xmlns:a="http://schemas.openxmlformats.org/drawingml/2006/main">
            <a:r>
              <a:t/>
            </a:r>
          </a:p>
          <a:p xmlns:a="http://schemas.openxmlformats.org/drawingml/2006/main">
            <a:r>
              <a:t/>
            </a:r>
          </a:p>
          <a:p xmlns:a="http://schemas.openxmlformats.org/drawingml/2006/main">
            <a:r>
              <a:t>Original application status source: https://github.com/pdxvoiceteacher/triadicbrain-open-alpha/blob/37583fd91ff7f0d912256c10fea89ff6896763cf/README.md</a:t>
            </a:r>
          </a:p>
          <a:p xmlns:a="http://schemas.openxmlformats.org/drawingml/2006/main">
            <a:r>
              <a:t>Installation run: https://github.com/pdxvoiceteacher/triadicbrain-open-alpha/actions/runs/39161062220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Founder introduction, scene 8</a:t>
            </a:r>
          </a:p>
          <a:p xmlns:a="http://schemas.openxmlformats.org/drawingml/2006/main">
            <a:r>
              <a:t/>
            </a:r>
          </a:p>
          <a:p xmlns:a="http://schemas.openxmlformats.org/drawingml/2006/main">
            <a:r>
              <a:t>I’m looking for people who can help make the first useful version work well: engineers, researchers and people with a recurring task they understand. A small-business owner could help us test whether a report actually saves review effort. A research group could examine when shared work helps and when it misleads. Families can help us understand needs through adult conversations before any child-facing pilot. My proposed model is a useful, openly inspectable core, with paid implementation and support where those services add value. I care about reducing waste and making useful tools accessible, but we have to earn those claims through what people experience. Start with the white paper or repository below. Tell me about one task you’d like to make easier, what you use today, and what would count as a better result. I’m the project lead. Thanks for taking a look at the work.</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33df449ca14f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e31f890c834f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75d7ce469d4a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14f2dd164946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a07023683143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3cbf71229744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5E95AB-22D6-47A6-AC3A-97FA6EC8BCA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E44BFC-601B-479E-B3AB-875C9E279F2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0B9D69-1FA1-480B-B8AF-513203479F7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666AA5-CFD6-4161-A013-82245CF205F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ED05C1-1A9D-49CD-9657-9FA9616161A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C53FEE-21F6-4AB2-922B-2CB1D62B11B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72327C-7AC5-47B7-A90E-ECCD75EA285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DF5122-46CB-4491-A6FD-BA1A422A49F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CAE475-CE0B-41A5-B5AF-5C797B341E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006643-8A1C-4BB5-8B58-94183B70836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b10d16f31141f5" /><Relationship Type="http://schemas.openxmlformats.org/officeDocument/2006/relationships/slideLayout" Target="/ppt/slideLayouts/slideLayout1.xml" Id="R62d8eb1d2872438d" /><Relationship Type="http://schemas.openxmlformats.org/officeDocument/2006/relationships/slideLayout" Target="/ppt/slideLayouts/slideLayout2.xml" Id="Rd2f7cb141a3b44cf" /><Relationship Type="http://schemas.openxmlformats.org/officeDocument/2006/relationships/slideLayout" Target="/ppt/slideLayouts/slideLayout3.xml" Id="R2f3347c989cb48c1" /><Relationship Type="http://schemas.openxmlformats.org/officeDocument/2006/relationships/slideLayout" Target="/ppt/slideLayouts/slideLayout4.xml" Id="R9694c425d0054c3d" /><Relationship Type="http://schemas.openxmlformats.org/officeDocument/2006/relationships/slideLayout" Target="/ppt/slideLayouts/slideLayout5.xml" Id="R0ae23611413f4d05" /><Relationship Type="http://schemas.openxmlformats.org/officeDocument/2006/relationships/slideLayout" Target="/ppt/slideLayouts/slideLayout6.xml" Id="Rf707ecad4cba4c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d8eb1d2872438d"/>
    <p:sldLayoutId xmlns:r="http://schemas.openxmlformats.org/officeDocument/2006/relationships" id="2147483650" r:id="Rd2f7cb141a3b44cf"/>
    <p:sldLayoutId xmlns:r="http://schemas.openxmlformats.org/officeDocument/2006/relationships" id="2147483651" r:id="R2f3347c989cb48c1"/>
    <p:sldLayoutId xmlns:r="http://schemas.openxmlformats.org/officeDocument/2006/relationships" id="2147483652" r:id="R9694c425d0054c3d"/>
    <p:sldLayoutId xmlns:r="http://schemas.openxmlformats.org/officeDocument/2006/relationships" id="2147483653" r:id="R0ae23611413f4d05"/>
    <p:sldLayoutId xmlns:r="http://schemas.openxmlformats.org/officeDocument/2006/relationships" id="2147483654" r:id="Rf707ecad4cba4c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47b1b0204447f1" /><Relationship Type="http://schemas.openxmlformats.org/officeDocument/2006/relationships/notesSlide" Target="/ppt/notesSlides/notesSlide1.xml" Id="R8b31820106174d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3a6610bc54455c" /><Relationship Type="http://schemas.openxmlformats.org/officeDocument/2006/relationships/notesSlide" Target="/ppt/notesSlides/notesSlide2.xml" Id="R199a036a4ec14d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16ade3bacd49a6" /><Relationship Type="http://schemas.openxmlformats.org/officeDocument/2006/relationships/notesSlide" Target="/ppt/notesSlides/notesSlide3.xml" Id="R57c6256bdead45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9a84b61f8e4db1" /><Relationship Type="http://schemas.openxmlformats.org/officeDocument/2006/relationships/notesSlide" Target="/ppt/notesSlides/notesSlide4.xml" Id="R1c5d0250320748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caecf5545c402d" /><Relationship Type="http://schemas.openxmlformats.org/officeDocument/2006/relationships/notesSlide" Target="/ppt/notesSlides/notesSlide5.xml" Id="Rac2811b1c99e42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3b377a3ec34217" /><Relationship Type="http://schemas.openxmlformats.org/officeDocument/2006/relationships/notesSlide" Target="/ppt/notesSlides/notesSlide6.xml" Id="R42d7a4bfbe0942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b945296ef04bad" /><Relationship Type="http://schemas.openxmlformats.org/officeDocument/2006/relationships/notesSlide" Target="/ppt/notesSlides/notesSlide7.xml" Id="R9d280d24f5a145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1d6ba9c20d74ced" /><Relationship Type="http://schemas.openxmlformats.org/officeDocument/2006/relationships/notesSlide" Target="/ppt/notesSlides/notesSlide8.xml" Id="R5b67fd7c17fe4b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69ed27a934460f" /><Relationship Type="http://schemas.openxmlformats.org/officeDocument/2006/relationships/notesSlide" Target="/ppt/notesSlides/notesSlide9.xml" Id="R40d7c723a8894b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7bf36befeb4cab" /><Relationship Type="http://schemas.openxmlformats.org/officeDocument/2006/relationships/notesSlide" Target="/ppt/notesSlides/notesSlide10.xml" Id="Re45481e4a3d74904"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39B9B06-7146-46D6-94C9-F76663DD82D1}"/>
              </a:ext>
            </a:extLst>
          </p:cNvPr>
          <p:cNvSpPr>
            <a:spLocks xmlns:a="http://schemas.openxmlformats.org/drawingml/2006/main" noGrp="1"/>
          </p:cNvSpPr>
          <p:nvPr/>
        </p:nvSpPr>
        <p:spPr>
          <a:xfrm xmlns:a="http://schemas.openxmlformats.org/drawingml/2006/main">
            <a:off x="1143000" y="2381250"/>
            <a:ext cx="16002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142F33"/>
                </a:solidFill>
                <a:latin typeface="Nimbus Sans"/>
                <a:ea typeface="Nimbus Sans"/>
                <a:cs typeface="Nimbus Sans"/>
              </a:defRPr>
            </a:defPPr>
          </a:lstStyle>
          <a:p xmlns:a="http://schemas.openxmlformats.org/drawingml/2006/main">
            <a:pPr algn="l">
              <a:buNone/>
              <a:defRPr sz="8100" b="1">
                <a:solidFill>
                  <a:srgbClr val="142F33"/>
                </a:solidFill>
                <a:latin typeface="Nimbus Sans"/>
                <a:ea typeface="Nimbus Sans"/>
                <a:cs typeface="Nimbus Sans"/>
              </a:defRPr>
            </a:pPr>
            <a:r>
              <a:rPr sz="8100" b="1">
                <a:solidFill>
                  <a:srgbClr val="142F33"/>
                </a:solidFill>
                <a:latin typeface="Nimbus Sans"/>
                <a:ea typeface="Nimbus Sans"/>
                <a:cs typeface="Nimbus Sans"/>
              </a:rPr>
              <a:t>Control Anchor</a:t>
            </a:r>
          </a:p>
        </p:txBody>
      </p:sp>
      <p:sp>
        <p:nvSpPr>
          <p:cNvPr id="2" name="">
            <a:extLst xmlns:a="http://schemas.openxmlformats.org/drawingml/2006/main">
              <a:ext uri="{FF2B5EF4-FFF2-40B4-BE49-F238E27FC236}">
                <a16:creationId xmlns:a16="http://schemas.microsoft.com/office/drawing/2014/main" id="{2CB15BFC-A47E-40FF-82FE-73DEBBB8AAF2}"/>
              </a:ext>
            </a:extLst>
          </p:cNvPr>
          <p:cNvSpPr>
            <a:spLocks xmlns:a="http://schemas.openxmlformats.org/drawingml/2006/main" noGrp="1"/>
          </p:cNvSpPr>
          <p:nvPr/>
        </p:nvSpPr>
        <p:spPr>
          <a:xfrm xmlns:a="http://schemas.openxmlformats.org/drawingml/2006/main">
            <a:off x="1181100" y="4953000"/>
            <a:ext cx="1495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126B61"/>
                </a:solidFill>
                <a:latin typeface="Nimbus Sans"/>
                <a:ea typeface="Nimbus Sans"/>
                <a:cs typeface="Nimbus Sans"/>
              </a:defRPr>
            </a:defPPr>
          </a:lstStyle>
          <a:p xmlns:a="http://schemas.openxmlformats.org/drawingml/2006/main">
            <a:pPr algn="l">
              <a:buNone/>
              <a:defRPr sz="3900" b="0">
                <a:solidFill>
                  <a:srgbClr val="126B61"/>
                </a:solidFill>
                <a:latin typeface="Nimbus Sans"/>
                <a:ea typeface="Nimbus Sans"/>
                <a:cs typeface="Nimbus Sans"/>
              </a:defRPr>
            </a:pPr>
            <a:r>
              <a:rPr sz="3900" b="0">
                <a:solidFill>
                  <a:srgbClr val="126B61"/>
                </a:solidFill>
                <a:latin typeface="Nimbus Sans"/>
                <a:ea typeface="Nimbus Sans"/>
                <a:cs typeface="Nimbus Sans"/>
              </a:rPr>
              <a:t>Powered by Triadic Cognitive Systems</a:t>
            </a:r>
          </a:p>
        </p:txBody>
      </p:sp>
      <p:sp>
        <p:nvSpPr>
          <p:cNvPr id="3" name="">
            <a:extLst xmlns:a="http://schemas.openxmlformats.org/drawingml/2006/main">
              <a:ext uri="{FF2B5EF4-FFF2-40B4-BE49-F238E27FC236}">
                <a16:creationId xmlns:a16="http://schemas.microsoft.com/office/drawing/2014/main" id="{B812480B-6089-4E08-A7A4-115F7876D6E3}"/>
              </a:ext>
            </a:extLst>
          </p:cNvPr>
          <p:cNvSpPr>
            <a:spLocks xmlns:a="http://schemas.openxmlformats.org/drawingml/2006/main" noGrp="1"/>
          </p:cNvSpPr>
          <p:nvPr/>
        </p:nvSpPr>
        <p:spPr>
          <a:xfrm xmlns:a="http://schemas.openxmlformats.org/drawingml/2006/main">
            <a:off x="1181100" y="7715250"/>
            <a:ext cx="1571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4A6265"/>
                </a:solidFill>
                <a:latin typeface="Nimbus Sans"/>
                <a:ea typeface="Nimbus Sans"/>
                <a:cs typeface="Nimbus Sans"/>
              </a:defRPr>
            </a:defPPr>
          </a:lstStyle>
          <a:p xmlns:a="http://schemas.openxmlformats.org/drawingml/2006/main">
            <a:pPr algn="l">
              <a:buNone/>
              <a:defRPr sz="2550" b="0">
                <a:solidFill>
                  <a:srgbClr val="4A6265"/>
                </a:solidFill>
                <a:latin typeface="Nimbus Sans"/>
                <a:ea typeface="Nimbus Sans"/>
                <a:cs typeface="Nimbus Sans"/>
              </a:defRPr>
            </a:pPr>
            <a:r>
              <a:rPr sz="2550" b="0">
                <a:solidFill>
                  <a:srgbClr val="4A6265"/>
                </a:solidFill>
                <a:latin typeface="Nimbus Sans"/>
                <a:ea typeface="Nimbus Sans"/>
                <a:cs typeface="Nimbus Sans"/>
              </a:rPr>
              <a:t>Project Lead</a:t>
            </a:r>
          </a:p>
          <a:p xmlns:a="http://schemas.openxmlformats.org/drawingml/2006/main">
            <a:pPr algn="l">
              <a:buNone/>
              <a:defRPr sz="2550" b="0">
                <a:solidFill>
                  <a:srgbClr val="4A6265"/>
                </a:solidFill>
                <a:latin typeface="Nimbus Sans"/>
                <a:ea typeface="Nimbus Sans"/>
                <a:cs typeface="Nimbus Sans"/>
              </a:defRPr>
            </a:pPr>
            <a:r>
              <a:rPr sz="2550" b="0">
                <a:solidFill>
                  <a:srgbClr val="4A6265"/>
                </a:solidFill>
                <a:latin typeface="Nimbus Sans"/>
                <a:ea typeface="Nimbus Sans"/>
                <a:cs typeface="Nimbus Sans"/>
              </a:rPr>
              <a:t>Understandable AI controls and evidence</a:t>
            </a:r>
          </a:p>
        </p:txBody>
      </p:sp>
    </p:spTree>
    <p:extLst>
      <p:ext uri="{BB962C8B-B14F-4D97-AF65-F5344CB8AC3E}">
        <p14:creationId xmlns:p14="http://schemas.microsoft.com/office/powerpoint/2010/main" val="1669152394"/>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66E963-5400-4338-9C07-44937D42CBA3}"/>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A citation can preserve the wrong meaning</a:t>
            </a:r>
          </a:p>
        </p:txBody>
      </p:sp>
      <p:sp>
        <p:nvSpPr>
          <p:cNvPr id="2" name="">
            <a:extLst xmlns:a="http://schemas.openxmlformats.org/drawingml/2006/main">
              <a:ext uri="{FF2B5EF4-FFF2-40B4-BE49-F238E27FC236}">
                <a16:creationId xmlns:a16="http://schemas.microsoft.com/office/drawing/2014/main" id="{80797434-B3FA-41E7-90D1-54755C21019D}"/>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Illustrative example</a:t>
            </a:r>
          </a:p>
        </p:txBody>
      </p:sp>
      <p:sp>
        <p:nvSpPr>
          <p:cNvPr id="3" name="">
            <a:extLst xmlns:a="http://schemas.openxmlformats.org/drawingml/2006/main">
              <a:ext uri="{FF2B5EF4-FFF2-40B4-BE49-F238E27FC236}">
                <a16:creationId xmlns:a16="http://schemas.microsoft.com/office/drawing/2014/main" id="{9CDCE052-F147-4A6F-9B83-C7C61BF32D80}"/>
              </a:ext>
            </a:extLst>
          </p:cNvPr>
          <p:cNvSpPr>
            <a:spLocks xmlns:a="http://schemas.openxmlformats.org/drawingml/2006/main" noGrp="1"/>
          </p:cNvSpPr>
          <p:nvPr/>
        </p:nvSpPr>
        <p:spPr>
          <a:xfrm xmlns:a="http://schemas.openxmlformats.org/drawingml/2006/main">
            <a:off x="1143000" y="347662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26B61"/>
                </a:solidFill>
                <a:latin typeface="Nimbus Sans"/>
                <a:ea typeface="Nimbus Sans"/>
                <a:cs typeface="Nimbus Sans"/>
              </a:defRPr>
            </a:defPPr>
          </a:lstStyle>
          <a:p xmlns:a="http://schemas.openxmlformats.org/drawingml/2006/main">
            <a:pPr algn="l">
              <a:buNone/>
              <a:defRPr sz="3900" b="1">
                <a:solidFill>
                  <a:srgbClr val="126B61"/>
                </a:solidFill>
                <a:latin typeface="Nimbus Sans"/>
                <a:ea typeface="Nimbus Sans"/>
                <a:cs typeface="Nimbus Sans"/>
              </a:defRPr>
            </a:pPr>
            <a:r>
              <a:rPr sz="3900" b="1">
                <a:solidFill>
                  <a:srgbClr val="126B61"/>
                </a:solidFill>
                <a:latin typeface="Nimbus Sans"/>
                <a:ea typeface="Nimbus Sans"/>
                <a:cs typeface="Nimbus Sans"/>
              </a:rPr>
              <a:t>Source document</a:t>
            </a:r>
          </a:p>
        </p:txBody>
      </p:sp>
      <p:sp>
        <p:nvSpPr>
          <p:cNvPr id="4" name="">
            <a:extLst xmlns:a="http://schemas.openxmlformats.org/drawingml/2006/main">
              <a:ext uri="{FF2B5EF4-FFF2-40B4-BE49-F238E27FC236}">
                <a16:creationId xmlns:a16="http://schemas.microsoft.com/office/drawing/2014/main" id="{2D9EB5C9-C463-4738-8394-9100B901879C}"/>
              </a:ext>
            </a:extLst>
          </p:cNvPr>
          <p:cNvSpPr>
            <a:spLocks xmlns:a="http://schemas.openxmlformats.org/drawingml/2006/main" noGrp="1"/>
          </p:cNvSpPr>
          <p:nvPr/>
        </p:nvSpPr>
        <p:spPr>
          <a:xfrm xmlns:a="http://schemas.openxmlformats.org/drawingml/2006/main">
            <a:off x="1143000" y="452437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0">
                <a:solidFill>
                  <a:srgbClr val="142F33"/>
                </a:solidFill>
                <a:latin typeface="Nimbus Sans"/>
                <a:ea typeface="Nimbus Sans"/>
                <a:cs typeface="Nimbus Sans"/>
              </a:defRPr>
            </a:defPPr>
          </a:lstStyle>
          <a:p xmlns:a="http://schemas.openxmlformats.org/drawingml/2006/main">
            <a:pPr algn="l">
              <a:buNone/>
              <a:defRPr sz="4875" b="0">
                <a:solidFill>
                  <a:srgbClr val="142F33"/>
                </a:solidFill>
                <a:latin typeface="Nimbus Sans"/>
                <a:ea typeface="Nimbus Sans"/>
                <a:cs typeface="Nimbus Sans"/>
              </a:defRPr>
            </a:pPr>
            <a:r>
              <a:rPr sz="4875" b="0">
                <a:solidFill>
                  <a:srgbClr val="142F33"/>
                </a:solidFill>
                <a:latin typeface="Nimbus Sans"/>
                <a:ea typeface="Nimbus Sans"/>
                <a:cs typeface="Nimbus Sans"/>
              </a:rPr>
              <a:t>“Proposal received.</a:t>
            </a:r>
          </a:p>
          <a:p xmlns:a="http://schemas.openxmlformats.org/drawingml/2006/main">
            <a:pPr algn="l">
              <a:buNone/>
              <a:defRPr sz="4875" b="0">
                <a:solidFill>
                  <a:srgbClr val="142F33"/>
                </a:solidFill>
                <a:latin typeface="Nimbus Sans"/>
                <a:ea typeface="Nimbus Sans"/>
                <a:cs typeface="Nimbus Sans"/>
              </a:defRPr>
            </a:pPr>
            <a:r>
              <a:rPr sz="4875" b="0">
                <a:solidFill>
                  <a:srgbClr val="142F33"/>
                </a:solidFill>
                <a:latin typeface="Nimbus Sans"/>
                <a:ea typeface="Nimbus Sans"/>
                <a:cs typeface="Nimbus Sans"/>
              </a:rPr>
              <a:t>Approval pending.”</a:t>
            </a:r>
          </a:p>
        </p:txBody>
      </p:sp>
      <p:sp>
        <p:nvSpPr>
          <p:cNvPr id="5" name="">
            <a:extLst xmlns:a="http://schemas.openxmlformats.org/drawingml/2006/main">
              <a:ext uri="{FF2B5EF4-FFF2-40B4-BE49-F238E27FC236}">
                <a16:creationId xmlns:a16="http://schemas.microsoft.com/office/drawing/2014/main" id="{DC97A09D-A79E-4005-BAE5-968B7DE35315}"/>
              </a:ext>
            </a:extLst>
          </p:cNvPr>
          <p:cNvSpPr>
            <a:spLocks xmlns:a="http://schemas.openxmlformats.org/drawingml/2006/main" noGrp="1"/>
          </p:cNvSpPr>
          <p:nvPr/>
        </p:nvSpPr>
        <p:spPr>
          <a:xfrm xmlns:a="http://schemas.openxmlformats.org/drawingml/2006/main">
            <a:off x="9525000" y="347662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26B61"/>
                </a:solidFill>
                <a:latin typeface="Nimbus Sans"/>
                <a:ea typeface="Nimbus Sans"/>
                <a:cs typeface="Nimbus Sans"/>
              </a:defRPr>
            </a:defPPr>
          </a:lstStyle>
          <a:p xmlns:a="http://schemas.openxmlformats.org/drawingml/2006/main">
            <a:pPr algn="l">
              <a:buNone/>
              <a:defRPr sz="3900" b="1">
                <a:solidFill>
                  <a:srgbClr val="126B61"/>
                </a:solidFill>
                <a:latin typeface="Nimbus Sans"/>
                <a:ea typeface="Nimbus Sans"/>
                <a:cs typeface="Nimbus Sans"/>
              </a:defRPr>
            </a:pPr>
            <a:r>
              <a:rPr sz="3900" b="1">
                <a:solidFill>
                  <a:srgbClr val="126B61"/>
                </a:solidFill>
                <a:latin typeface="Nimbus Sans"/>
                <a:ea typeface="Nimbus Sans"/>
                <a:cs typeface="Nimbus Sans"/>
              </a:rPr>
              <a:t>AI summary</a:t>
            </a:r>
          </a:p>
        </p:txBody>
      </p:sp>
      <p:sp>
        <p:nvSpPr>
          <p:cNvPr id="6" name="">
            <a:extLst xmlns:a="http://schemas.openxmlformats.org/drawingml/2006/main">
              <a:ext uri="{FF2B5EF4-FFF2-40B4-BE49-F238E27FC236}">
                <a16:creationId xmlns:a16="http://schemas.microsoft.com/office/drawing/2014/main" id="{7128F230-C143-42C7-BA46-5BADDBCA899C}"/>
              </a:ext>
            </a:extLst>
          </p:cNvPr>
          <p:cNvSpPr>
            <a:spLocks xmlns:a="http://schemas.openxmlformats.org/drawingml/2006/main" noGrp="1"/>
          </p:cNvSpPr>
          <p:nvPr/>
        </p:nvSpPr>
        <p:spPr>
          <a:xfrm xmlns:a="http://schemas.openxmlformats.org/drawingml/2006/main">
            <a:off x="9525000" y="452437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0">
                <a:solidFill>
                  <a:srgbClr val="142F33"/>
                </a:solidFill>
                <a:latin typeface="Nimbus Sans"/>
                <a:ea typeface="Nimbus Sans"/>
                <a:cs typeface="Nimbus Sans"/>
              </a:defRPr>
            </a:defPPr>
          </a:lstStyle>
          <a:p xmlns:a="http://schemas.openxmlformats.org/drawingml/2006/main">
            <a:pPr algn="l">
              <a:buNone/>
              <a:defRPr sz="4875" b="0">
                <a:solidFill>
                  <a:srgbClr val="142F33"/>
                </a:solidFill>
                <a:latin typeface="Nimbus Sans"/>
                <a:ea typeface="Nimbus Sans"/>
                <a:cs typeface="Nimbus Sans"/>
              </a:defRPr>
            </a:pPr>
            <a:r>
              <a:rPr sz="4875" b="0">
                <a:solidFill>
                  <a:srgbClr val="142F33"/>
                </a:solidFill>
                <a:latin typeface="Nimbus Sans"/>
                <a:ea typeface="Nimbus Sans"/>
                <a:cs typeface="Nimbus Sans"/>
              </a:rPr>
              <a:t>“Your proposal</a:t>
            </a:r>
          </a:p>
          <a:p xmlns:a="http://schemas.openxmlformats.org/drawingml/2006/main">
            <a:pPr algn="l">
              <a:buNone/>
              <a:defRPr sz="4875" b="0">
                <a:solidFill>
                  <a:srgbClr val="142F33"/>
                </a:solidFill>
                <a:latin typeface="Nimbus Sans"/>
                <a:ea typeface="Nimbus Sans"/>
                <a:cs typeface="Nimbus Sans"/>
              </a:defRPr>
            </a:pPr>
            <a:r>
              <a:rPr sz="4875" b="0">
                <a:solidFill>
                  <a:srgbClr val="142F33"/>
                </a:solidFill>
                <a:latin typeface="Nimbus Sans"/>
                <a:ea typeface="Nimbus Sans"/>
                <a:cs typeface="Nimbus Sans"/>
              </a:rPr>
              <a:t>was approved.”</a:t>
            </a:r>
          </a:p>
        </p:txBody>
      </p:sp>
      <p:sp>
        <p:nvSpPr>
          <p:cNvPr id="7" name="">
            <a:extLst xmlns:a="http://schemas.openxmlformats.org/drawingml/2006/main">
              <a:ext uri="{FF2B5EF4-FFF2-40B4-BE49-F238E27FC236}">
                <a16:creationId xmlns:a16="http://schemas.microsoft.com/office/drawing/2014/main" id="{5CCF2CED-1965-4B1C-BD53-2C7C6984041E}"/>
              </a:ext>
            </a:extLst>
          </p:cNvPr>
          <p:cNvSpPr>
            <a:spLocks xmlns:a="http://schemas.openxmlformats.org/drawingml/2006/main" noGrp="1"/>
          </p:cNvSpPr>
          <p:nvPr/>
        </p:nvSpPr>
        <p:spPr>
          <a:xfrm xmlns:a="http://schemas.openxmlformats.org/drawingml/2006/main">
            <a:off x="1143000" y="7762875"/>
            <a:ext cx="1562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985111"/>
                </a:solidFill>
                <a:latin typeface="Nimbus Sans"/>
                <a:ea typeface="Nimbus Sans"/>
                <a:cs typeface="Nimbus Sans"/>
              </a:defRPr>
            </a:defPPr>
          </a:lstStyle>
          <a:p xmlns:a="http://schemas.openxmlformats.org/drawingml/2006/main">
            <a:pPr algn="l">
              <a:buNone/>
              <a:defRPr sz="3450" b="1">
                <a:solidFill>
                  <a:srgbClr val="985111"/>
                </a:solidFill>
                <a:latin typeface="Nimbus Sans"/>
                <a:ea typeface="Nimbus Sans"/>
                <a:cs typeface="Nimbus Sans"/>
              </a:defRPr>
            </a:pPr>
            <a:r>
              <a:rPr sz="3450" b="1">
                <a:solidFill>
                  <a:srgbClr val="985111"/>
                </a:solidFill>
                <a:latin typeface="Nimbus Sans"/>
                <a:ea typeface="Nimbus Sans"/>
                <a:cs typeface="Nimbus Sans"/>
              </a:rPr>
              <a:t>The document exists. The consequential meaning changed.</a:t>
            </a:r>
          </a:p>
        </p:txBody>
      </p:sp>
    </p:spTree>
    <p:extLst>
      <p:ext uri="{BB962C8B-B14F-4D97-AF65-F5344CB8AC3E}">
        <p14:creationId xmlns:p14="http://schemas.microsoft.com/office/powerpoint/2010/main" val="476093689"/>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CD956D-A7D7-4C2C-8766-F1B18AD0C484}"/>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A quotation review</a:t>
            </a:r>
          </a:p>
        </p:txBody>
      </p:sp>
      <p:sp>
        <p:nvSpPr>
          <p:cNvPr id="2" name="">
            <a:extLst xmlns:a="http://schemas.openxmlformats.org/drawingml/2006/main">
              <a:ext uri="{FF2B5EF4-FFF2-40B4-BE49-F238E27FC236}">
                <a16:creationId xmlns:a16="http://schemas.microsoft.com/office/drawing/2014/main" id="{664A8837-F394-43C6-A754-119A1F319B31}"/>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Synthetic small-business example</a:t>
            </a:r>
          </a:p>
        </p:txBody>
      </p:sp>
      <p:sp>
        <p:nvSpPr>
          <p:cNvPr id="3" name="">
            <a:extLst xmlns:a="http://schemas.openxmlformats.org/drawingml/2006/main">
              <a:ext uri="{FF2B5EF4-FFF2-40B4-BE49-F238E27FC236}">
                <a16:creationId xmlns:a16="http://schemas.microsoft.com/office/drawing/2014/main" id="{9697F678-6938-4F9F-9843-8A1280797FFA}"/>
              </a:ext>
            </a:extLst>
          </p:cNvPr>
          <p:cNvSpPr>
            <a:spLocks xmlns:a="http://schemas.openxmlformats.org/drawingml/2006/main" noGrp="1"/>
          </p:cNvSpPr>
          <p:nvPr/>
        </p:nvSpPr>
        <p:spPr>
          <a:xfrm xmlns:a="http://schemas.openxmlformats.org/drawingml/2006/main">
            <a:off x="1143000" y="3333750"/>
            <a:ext cx="609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142F33"/>
                </a:solidFill>
                <a:latin typeface="Nimbus Sans"/>
                <a:ea typeface="Nimbus Sans"/>
                <a:cs typeface="Nimbus Sans"/>
              </a:defRPr>
            </a:defPPr>
          </a:lstStyle>
          <a:p xmlns:a="http://schemas.openxmlformats.org/drawingml/2006/main">
            <a:pPr algn="l">
              <a:buNone/>
              <a:defRPr sz="9900" b="1">
                <a:solidFill>
                  <a:srgbClr val="142F33"/>
                </a:solidFill>
                <a:latin typeface="Nimbus Sans"/>
                <a:ea typeface="Nimbus Sans"/>
                <a:cs typeface="Nimbus Sans"/>
              </a:defRPr>
            </a:pPr>
            <a:r>
              <a:rPr sz="9900" b="1">
                <a:solidFill>
                  <a:srgbClr val="142F33"/>
                </a:solidFill>
                <a:latin typeface="Nimbus Sans"/>
                <a:ea typeface="Nimbus Sans"/>
                <a:cs typeface="Nimbus Sans"/>
              </a:rPr>
              <a:t>15%</a:t>
            </a:r>
          </a:p>
        </p:txBody>
      </p:sp>
      <p:sp>
        <p:nvSpPr>
          <p:cNvPr id="4" name="">
            <a:extLst xmlns:a="http://schemas.openxmlformats.org/drawingml/2006/main">
              <a:ext uri="{FF2B5EF4-FFF2-40B4-BE49-F238E27FC236}">
                <a16:creationId xmlns:a16="http://schemas.microsoft.com/office/drawing/2014/main" id="{81DB67A8-3AC5-4CE9-86CF-F6DEA6AB1C32}"/>
              </a:ext>
            </a:extLst>
          </p:cNvPr>
          <p:cNvSpPr>
            <a:spLocks xmlns:a="http://schemas.openxmlformats.org/drawingml/2006/main" noGrp="1"/>
          </p:cNvSpPr>
          <p:nvPr/>
        </p:nvSpPr>
        <p:spPr>
          <a:xfrm xmlns:a="http://schemas.openxmlformats.org/drawingml/2006/main">
            <a:off x="1143000" y="52387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4A6265"/>
                </a:solidFill>
                <a:latin typeface="Nimbus Sans"/>
                <a:ea typeface="Nimbus Sans"/>
                <a:cs typeface="Nimbus Sans"/>
              </a:defRPr>
            </a:defPPr>
          </a:lstStyle>
          <a:p xmlns:a="http://schemas.openxmlformats.org/drawingml/2006/main">
            <a:pPr algn="l">
              <a:buNone/>
              <a:defRPr sz="3300" b="0">
                <a:solidFill>
                  <a:srgbClr val="4A6265"/>
                </a:solidFill>
                <a:latin typeface="Nimbus Sans"/>
                <a:ea typeface="Nimbus Sans"/>
                <a:cs typeface="Nimbus Sans"/>
              </a:defRPr>
            </a:pPr>
            <a:r>
              <a:rPr sz="3300" b="0">
                <a:solidFill>
                  <a:srgbClr val="4A6265"/>
                </a:solidFill>
                <a:latin typeface="Nimbus Sans"/>
                <a:ea typeface="Nimbus Sans"/>
                <a:cs typeface="Nimbus Sans"/>
              </a:rPr>
              <a:t>discount in the draft</a:t>
            </a:r>
          </a:p>
        </p:txBody>
      </p:sp>
      <p:sp>
        <p:nvSpPr>
          <p:cNvPr id="5" name="">
            <a:extLst xmlns:a="http://schemas.openxmlformats.org/drawingml/2006/main">
              <a:ext uri="{FF2B5EF4-FFF2-40B4-BE49-F238E27FC236}">
                <a16:creationId xmlns:a16="http://schemas.microsoft.com/office/drawing/2014/main" id="{F868A988-C849-4AA4-9537-BC826959F5A8}"/>
              </a:ext>
            </a:extLst>
          </p:cNvPr>
          <p:cNvSpPr>
            <a:spLocks xmlns:a="http://schemas.openxmlformats.org/drawingml/2006/main" noGrp="1"/>
          </p:cNvSpPr>
          <p:nvPr/>
        </p:nvSpPr>
        <p:spPr>
          <a:xfrm xmlns:a="http://schemas.openxmlformats.org/drawingml/2006/main">
            <a:off x="10001250" y="3333750"/>
            <a:ext cx="609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126B61"/>
                </a:solidFill>
                <a:latin typeface="Nimbus Sans"/>
                <a:ea typeface="Nimbus Sans"/>
                <a:cs typeface="Nimbus Sans"/>
              </a:defRPr>
            </a:defPPr>
          </a:lstStyle>
          <a:p xmlns:a="http://schemas.openxmlformats.org/drawingml/2006/main">
            <a:pPr algn="l">
              <a:buNone/>
              <a:defRPr sz="9900" b="1">
                <a:solidFill>
                  <a:srgbClr val="126B61"/>
                </a:solidFill>
                <a:latin typeface="Nimbus Sans"/>
                <a:ea typeface="Nimbus Sans"/>
                <a:cs typeface="Nimbus Sans"/>
              </a:defRPr>
            </a:pPr>
            <a:r>
              <a:rPr sz="9900" b="1">
                <a:solidFill>
                  <a:srgbClr val="126B61"/>
                </a:solidFill>
                <a:latin typeface="Nimbus Sans"/>
                <a:ea typeface="Nimbus Sans"/>
                <a:cs typeface="Nimbus Sans"/>
              </a:rPr>
              <a:t>10%</a:t>
            </a:r>
          </a:p>
        </p:txBody>
      </p:sp>
      <p:sp>
        <p:nvSpPr>
          <p:cNvPr id="6" name="">
            <a:extLst xmlns:a="http://schemas.openxmlformats.org/drawingml/2006/main">
              <a:ext uri="{FF2B5EF4-FFF2-40B4-BE49-F238E27FC236}">
                <a16:creationId xmlns:a16="http://schemas.microsoft.com/office/drawing/2014/main" id="{9728DCB1-D0D4-48B5-9F77-31EB3CE040B0}"/>
              </a:ext>
            </a:extLst>
          </p:cNvPr>
          <p:cNvSpPr>
            <a:spLocks xmlns:a="http://schemas.openxmlformats.org/drawingml/2006/main" noGrp="1"/>
          </p:cNvSpPr>
          <p:nvPr/>
        </p:nvSpPr>
        <p:spPr>
          <a:xfrm xmlns:a="http://schemas.openxmlformats.org/drawingml/2006/main">
            <a:off x="10001250" y="523875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4A6265"/>
                </a:solidFill>
                <a:latin typeface="Nimbus Sans"/>
                <a:ea typeface="Nimbus Sans"/>
                <a:cs typeface="Nimbus Sans"/>
              </a:defRPr>
            </a:defPPr>
          </a:lstStyle>
          <a:p xmlns:a="http://schemas.openxmlformats.org/drawingml/2006/main">
            <a:pPr algn="l">
              <a:buNone/>
              <a:defRPr sz="3300" b="0">
                <a:solidFill>
                  <a:srgbClr val="4A6265"/>
                </a:solidFill>
                <a:latin typeface="Nimbus Sans"/>
                <a:ea typeface="Nimbus Sans"/>
                <a:cs typeface="Nimbus Sans"/>
              </a:defRPr>
            </a:pPr>
            <a:r>
              <a:rPr sz="3300" b="0">
                <a:solidFill>
                  <a:srgbClr val="4A6265"/>
                </a:solidFill>
                <a:latin typeface="Nimbus Sans"/>
                <a:ea typeface="Nimbus Sans"/>
                <a:cs typeface="Nimbus Sans"/>
              </a:rPr>
              <a:t>threshold for owner approval</a:t>
            </a:r>
          </a:p>
        </p:txBody>
      </p:sp>
      <p:sp>
        <p:nvSpPr>
          <p:cNvPr id="7" name="">
            <a:extLst xmlns:a="http://schemas.openxmlformats.org/drawingml/2006/main">
              <a:ext uri="{FF2B5EF4-FFF2-40B4-BE49-F238E27FC236}">
                <a16:creationId xmlns:a16="http://schemas.microsoft.com/office/drawing/2014/main" id="{9374D2AA-2290-4078-9E20-4FC939793001}"/>
              </a:ext>
            </a:extLst>
          </p:cNvPr>
          <p:cNvSpPr>
            <a:spLocks xmlns:a="http://schemas.openxmlformats.org/drawingml/2006/main" noGrp="1"/>
          </p:cNvSpPr>
          <p:nvPr/>
        </p:nvSpPr>
        <p:spPr>
          <a:xfrm xmlns:a="http://schemas.openxmlformats.org/drawingml/2006/main">
            <a:off x="1143000" y="7286625"/>
            <a:ext cx="1143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42F33"/>
                </a:solidFill>
                <a:latin typeface="Nimbus Sans"/>
                <a:ea typeface="Nimbus Sans"/>
                <a:cs typeface="Nimbus Sans"/>
              </a:defRPr>
            </a:defPPr>
          </a:lstStyle>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Approval evidence in the supplied material</a:t>
            </a:r>
          </a:p>
        </p:txBody>
      </p:sp>
      <p:sp>
        <p:nvSpPr>
          <p:cNvPr id="8" name="">
            <a:extLst xmlns:a="http://schemas.openxmlformats.org/drawingml/2006/main">
              <a:ext uri="{FF2B5EF4-FFF2-40B4-BE49-F238E27FC236}">
                <a16:creationId xmlns:a16="http://schemas.microsoft.com/office/drawing/2014/main" id="{28EAC32C-AE8A-4050-9E9F-5F8342BA205C}"/>
              </a:ext>
            </a:extLst>
          </p:cNvPr>
          <p:cNvSpPr>
            <a:spLocks xmlns:a="http://schemas.openxmlformats.org/drawingml/2006/main" noGrp="1"/>
          </p:cNvSpPr>
          <p:nvPr/>
        </p:nvSpPr>
        <p:spPr>
          <a:xfrm xmlns:a="http://schemas.openxmlformats.org/drawingml/2006/main">
            <a:off x="12573000" y="7143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985111"/>
                </a:solidFill>
                <a:latin typeface="Nimbus Sans"/>
                <a:ea typeface="Nimbus Sans"/>
                <a:cs typeface="Nimbus Sans"/>
              </a:defRPr>
            </a:defPPr>
          </a:lstStyle>
          <a:p xmlns:a="http://schemas.openxmlformats.org/drawingml/2006/main">
            <a:pPr algn="l">
              <a:buNone/>
              <a:defRPr sz="4125" b="1">
                <a:solidFill>
                  <a:srgbClr val="985111"/>
                </a:solidFill>
                <a:latin typeface="Nimbus Sans"/>
                <a:ea typeface="Nimbus Sans"/>
                <a:cs typeface="Nimbus Sans"/>
              </a:defRPr>
            </a:pPr>
            <a:r>
              <a:rPr sz="4125" b="1">
                <a:solidFill>
                  <a:srgbClr val="985111"/>
                </a:solidFill>
                <a:latin typeface="Nimbus Sans"/>
                <a:ea typeface="Nimbus Sans"/>
                <a:cs typeface="Nimbus Sans"/>
              </a:rPr>
              <a:t>UNKNOWN</a:t>
            </a:r>
          </a:p>
        </p:txBody>
      </p:sp>
      <p:sp>
        <p:nvSpPr>
          <p:cNvPr id="9" name="">
            <a:extLst xmlns:a="http://schemas.openxmlformats.org/drawingml/2006/main">
              <a:ext uri="{FF2B5EF4-FFF2-40B4-BE49-F238E27FC236}">
                <a16:creationId xmlns:a16="http://schemas.microsoft.com/office/drawing/2014/main" id="{08BE48B7-A9AA-4E44-9F9B-7679E3FD06F0}"/>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A6265"/>
                </a:solidFill>
                <a:latin typeface="Nimbus Sans"/>
                <a:ea typeface="Nimbus Sans"/>
                <a:cs typeface="Nimbus Sans"/>
              </a:defRPr>
            </a:defPPr>
          </a:lstStyle>
          <a:p xmlns:a="http://schemas.openxmlformats.org/drawingml/2006/main">
            <a:pPr algn="l">
              <a:buNone/>
              <a:defRPr sz="2175" b="0">
                <a:solidFill>
                  <a:srgbClr val="4A6265"/>
                </a:solidFill>
                <a:latin typeface="Nimbus Sans"/>
                <a:ea typeface="Nimbus Sans"/>
                <a:cs typeface="Nimbus Sans"/>
              </a:defRPr>
            </a:pPr>
            <a:r>
              <a:rPr sz="2175" b="0">
                <a:solidFill>
                  <a:srgbClr val="4A6265"/>
                </a:solidFill>
                <a:latin typeface="Nimbus Sans"/>
                <a:ea typeface="Nimbus Sans"/>
                <a:cs typeface="Nimbus Sans"/>
              </a:rPr>
              <a:t>Reviewing a draft and authorizing its delivery are separate decisions.</a:t>
            </a:r>
          </a:p>
        </p:txBody>
      </p:sp>
    </p:spTree>
    <p:extLst>
      <p:ext uri="{BB962C8B-B14F-4D97-AF65-F5344CB8AC3E}">
        <p14:creationId xmlns:p14="http://schemas.microsoft.com/office/powerpoint/2010/main" val="1297160547"/>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9971D76-2CB2-429A-BEAD-253F2DA668C8}"/>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Controls people can understand</a:t>
            </a:r>
          </a:p>
        </p:txBody>
      </p:sp>
      <p:sp>
        <p:nvSpPr>
          <p:cNvPr id="2" name="">
            <a:extLst xmlns:a="http://schemas.openxmlformats.org/drawingml/2006/main">
              <a:ext uri="{FF2B5EF4-FFF2-40B4-BE49-F238E27FC236}">
                <a16:creationId xmlns:a16="http://schemas.microsoft.com/office/drawing/2014/main" id="{FB6520B9-6EB2-4F48-B751-CFF69E2CB56D}"/>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A person can inspect and correct the interpretation</a:t>
            </a:r>
          </a:p>
        </p:txBody>
      </p:sp>
      <p:sp>
        <p:nvSpPr>
          <p:cNvPr id="3" name="">
            <a:extLst xmlns:a="http://schemas.openxmlformats.org/drawingml/2006/main">
              <a:ext uri="{FF2B5EF4-FFF2-40B4-BE49-F238E27FC236}">
                <a16:creationId xmlns:a16="http://schemas.microsoft.com/office/drawing/2014/main" id="{CC56D153-A9B5-49B6-A377-307AF16373A4}"/>
              </a:ext>
            </a:extLst>
          </p:cNvPr>
          <p:cNvSpPr>
            <a:spLocks xmlns:a="http://schemas.openxmlformats.org/drawingml/2006/main" noGrp="1"/>
          </p:cNvSpPr>
          <p:nvPr/>
        </p:nvSpPr>
        <p:spPr>
          <a:xfrm xmlns:a="http://schemas.openxmlformats.org/drawingml/2006/main">
            <a:off x="1143000" y="3381375"/>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26B61"/>
                </a:solidFill>
                <a:latin typeface="Nimbus Sans"/>
                <a:ea typeface="Nimbus Sans"/>
                <a:cs typeface="Nimbus Sans"/>
              </a:defRPr>
            </a:defPPr>
          </a:lstStyle>
          <a:p xmlns:a="http://schemas.openxmlformats.org/drawingml/2006/main">
            <a:pPr algn="l">
              <a:buNone/>
              <a:defRPr sz="3000" b="1">
                <a:solidFill>
                  <a:srgbClr val="126B61"/>
                </a:solidFill>
                <a:latin typeface="Nimbus Sans"/>
                <a:ea typeface="Nimbus Sans"/>
                <a:cs typeface="Nimbus Sans"/>
              </a:defRPr>
            </a:pPr>
            <a:r>
              <a:rPr sz="3000" b="1">
                <a:solidFill>
                  <a:srgbClr val="126B61"/>
                </a:solidFill>
                <a:latin typeface="Nimbus Sans"/>
                <a:ea typeface="Nimbus Sans"/>
                <a:cs typeface="Nimbus Sans"/>
              </a:rPr>
              <a:t>Original intention</a:t>
            </a:r>
          </a:p>
        </p:txBody>
      </p:sp>
      <p:sp>
        <p:nvSpPr>
          <p:cNvPr id="4" name="">
            <a:extLst xmlns:a="http://schemas.openxmlformats.org/drawingml/2006/main">
              <a:ext uri="{FF2B5EF4-FFF2-40B4-BE49-F238E27FC236}">
                <a16:creationId xmlns:a16="http://schemas.microsoft.com/office/drawing/2014/main" id="{F79CD9E3-28DD-4595-A05A-6ABC59D1A12A}"/>
              </a:ext>
            </a:extLst>
          </p:cNvPr>
          <p:cNvSpPr>
            <a:spLocks xmlns:a="http://schemas.openxmlformats.org/drawingml/2006/main" noGrp="1"/>
          </p:cNvSpPr>
          <p:nvPr/>
        </p:nvSpPr>
        <p:spPr>
          <a:xfrm xmlns:a="http://schemas.openxmlformats.org/drawingml/2006/main">
            <a:off x="5238750" y="3381375"/>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42F33"/>
                </a:solidFill>
                <a:latin typeface="Nimbus Sans"/>
                <a:ea typeface="Nimbus Sans"/>
                <a:cs typeface="Nimbus Sans"/>
              </a:defRPr>
            </a:defPPr>
          </a:lstStyle>
          <a:p xmlns:a="http://schemas.openxmlformats.org/drawingml/2006/main">
            <a:pPr algn="l">
              <a:buNone/>
              <a:defRPr sz="3000" b="0">
                <a:solidFill>
                  <a:srgbClr val="142F33"/>
                </a:solidFill>
                <a:latin typeface="Nimbus Sans"/>
                <a:ea typeface="Nimbus Sans"/>
                <a:cs typeface="Nimbus Sans"/>
              </a:defRPr>
            </a:pPr>
            <a:r>
              <a:rPr sz="3000" b="0">
                <a:solidFill>
                  <a:srgbClr val="142F33"/>
                </a:solidFill>
                <a:latin typeface="Nimbus Sans"/>
                <a:ea typeface="Nimbus Sans"/>
                <a:cs typeface="Nimbus Sans"/>
              </a:rPr>
              <a:t>“Ask before sharing outside the household.”</a:t>
            </a:r>
          </a:p>
        </p:txBody>
      </p:sp>
      <p:sp>
        <p:nvSpPr>
          <p:cNvPr id="5" name="">
            <a:extLst xmlns:a="http://schemas.openxmlformats.org/drawingml/2006/main">
              <a:ext uri="{FF2B5EF4-FFF2-40B4-BE49-F238E27FC236}">
                <a16:creationId xmlns:a16="http://schemas.microsoft.com/office/drawing/2014/main" id="{7E3A0407-5404-4653-B54A-FD09D6E29EFA}"/>
              </a:ext>
            </a:extLst>
          </p:cNvPr>
          <p:cNvSpPr>
            <a:spLocks xmlns:a="http://schemas.openxmlformats.org/drawingml/2006/main" noGrp="1"/>
          </p:cNvSpPr>
          <p:nvPr/>
        </p:nvSpPr>
        <p:spPr>
          <a:xfrm xmlns:a="http://schemas.openxmlformats.org/drawingml/2006/main">
            <a:off x="1143000" y="4410075"/>
            <a:ext cx="16002000" cy="0"/>
          </a:xfrm>
          <a:prstGeom xmlns:a="http://schemas.openxmlformats.org/drawingml/2006/main" prst="line">
            <a:avLst/>
          </a:prstGeom>
          <a:noFill xmlns:a="http://schemas.openxmlformats.org/drawingml/2006/main"/>
          <a:ln xmlns:a="http://schemas.openxmlformats.org/drawingml/2006/main" w="19050">
            <a:solidFill>
              <a:srgbClr val="AABDB5"/>
            </a:solidFill>
            <a:prstDash val="solid"/>
          </a:ln>
        </p:spPr>
      </p:sp>
      <p:sp>
        <p:nvSpPr>
          <p:cNvPr id="6" name="">
            <a:extLst xmlns:a="http://schemas.openxmlformats.org/drawingml/2006/main">
              <a:ext uri="{FF2B5EF4-FFF2-40B4-BE49-F238E27FC236}">
                <a16:creationId xmlns:a16="http://schemas.microsoft.com/office/drawing/2014/main" id="{A8526FD6-7A5A-4207-A5CA-E4D05BF87232}"/>
              </a:ext>
            </a:extLst>
          </p:cNvPr>
          <p:cNvSpPr>
            <a:spLocks xmlns:a="http://schemas.openxmlformats.org/drawingml/2006/main" noGrp="1"/>
          </p:cNvSpPr>
          <p:nvPr/>
        </p:nvSpPr>
        <p:spPr>
          <a:xfrm xmlns:a="http://schemas.openxmlformats.org/drawingml/2006/main">
            <a:off x="1143000" y="4648200"/>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26B61"/>
                </a:solidFill>
                <a:latin typeface="Nimbus Sans"/>
                <a:ea typeface="Nimbus Sans"/>
                <a:cs typeface="Nimbus Sans"/>
              </a:defRPr>
            </a:defPPr>
          </a:lstStyle>
          <a:p xmlns:a="http://schemas.openxmlformats.org/drawingml/2006/main">
            <a:pPr algn="l">
              <a:buNone/>
              <a:defRPr sz="3000" b="1">
                <a:solidFill>
                  <a:srgbClr val="126B61"/>
                </a:solidFill>
                <a:latin typeface="Nimbus Sans"/>
                <a:ea typeface="Nimbus Sans"/>
                <a:cs typeface="Nimbus Sans"/>
              </a:defRPr>
            </a:pPr>
            <a:r>
              <a:rPr sz="3000" b="1">
                <a:solidFill>
                  <a:srgbClr val="126B61"/>
                </a:solidFill>
                <a:latin typeface="Nimbus Sans"/>
                <a:ea typeface="Nimbus Sans"/>
                <a:cs typeface="Nimbus Sans"/>
              </a:rPr>
              <a:t>Readable preview</a:t>
            </a:r>
          </a:p>
        </p:txBody>
      </p:sp>
      <p:sp>
        <p:nvSpPr>
          <p:cNvPr id="7" name="">
            <a:extLst xmlns:a="http://schemas.openxmlformats.org/drawingml/2006/main">
              <a:ext uri="{FF2B5EF4-FFF2-40B4-BE49-F238E27FC236}">
                <a16:creationId xmlns:a16="http://schemas.microsoft.com/office/drawing/2014/main" id="{F84C2C46-1A24-4C4E-90C1-691ECB654153}"/>
              </a:ext>
            </a:extLst>
          </p:cNvPr>
          <p:cNvSpPr>
            <a:spLocks xmlns:a="http://schemas.openxmlformats.org/drawingml/2006/main" noGrp="1"/>
          </p:cNvSpPr>
          <p:nvPr/>
        </p:nvSpPr>
        <p:spPr>
          <a:xfrm xmlns:a="http://schemas.openxmlformats.org/drawingml/2006/main">
            <a:off x="5238750" y="4648200"/>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42F33"/>
                </a:solidFill>
                <a:latin typeface="Nimbus Sans"/>
                <a:ea typeface="Nimbus Sans"/>
                <a:cs typeface="Nimbus Sans"/>
              </a:defRPr>
            </a:defPPr>
          </a:lstStyle>
          <a:p xmlns:a="http://schemas.openxmlformats.org/drawingml/2006/main">
            <a:pPr algn="l">
              <a:buNone/>
              <a:defRPr sz="3000" b="0">
                <a:solidFill>
                  <a:srgbClr val="142F33"/>
                </a:solidFill>
                <a:latin typeface="Nimbus Sans"/>
                <a:ea typeface="Nimbus Sans"/>
                <a:cs typeface="Nimbus Sans"/>
              </a:defRPr>
            </a:pPr>
            <a:r>
              <a:rPr sz="3000" b="0">
                <a:solidFill>
                  <a:srgbClr val="142F33"/>
                </a:solidFill>
                <a:latin typeface="Nimbus Sans"/>
                <a:ea typeface="Nimbus Sans"/>
                <a:cs typeface="Nimbus Sans"/>
              </a:rPr>
              <a:t>Show the scope, the action and the limits.</a:t>
            </a:r>
          </a:p>
        </p:txBody>
      </p:sp>
      <p:sp>
        <p:nvSpPr>
          <p:cNvPr id="8" name="">
            <a:extLst xmlns:a="http://schemas.openxmlformats.org/drawingml/2006/main">
              <a:ext uri="{FF2B5EF4-FFF2-40B4-BE49-F238E27FC236}">
                <a16:creationId xmlns:a16="http://schemas.microsoft.com/office/drawing/2014/main" id="{2D162827-CCD3-44C6-A9B6-9A46C46B8482}"/>
              </a:ext>
            </a:extLst>
          </p:cNvPr>
          <p:cNvSpPr>
            <a:spLocks xmlns:a="http://schemas.openxmlformats.org/drawingml/2006/main" noGrp="1"/>
          </p:cNvSpPr>
          <p:nvPr/>
        </p:nvSpPr>
        <p:spPr>
          <a:xfrm xmlns:a="http://schemas.openxmlformats.org/drawingml/2006/main">
            <a:off x="1143000" y="5676900"/>
            <a:ext cx="16002000" cy="0"/>
          </a:xfrm>
          <a:prstGeom xmlns:a="http://schemas.openxmlformats.org/drawingml/2006/main" prst="line">
            <a:avLst/>
          </a:prstGeom>
          <a:noFill xmlns:a="http://schemas.openxmlformats.org/drawingml/2006/main"/>
          <a:ln xmlns:a="http://schemas.openxmlformats.org/drawingml/2006/main" w="19050">
            <a:solidFill>
              <a:srgbClr val="AABDB5"/>
            </a:solidFill>
            <a:prstDash val="solid"/>
          </a:ln>
        </p:spPr>
      </p:sp>
      <p:sp>
        <p:nvSpPr>
          <p:cNvPr id="9" name="">
            <a:extLst xmlns:a="http://schemas.openxmlformats.org/drawingml/2006/main">
              <a:ext uri="{FF2B5EF4-FFF2-40B4-BE49-F238E27FC236}">
                <a16:creationId xmlns:a16="http://schemas.microsoft.com/office/drawing/2014/main" id="{6C5C6392-9D01-4093-8893-A64145EECFAF}"/>
              </a:ext>
            </a:extLst>
          </p:cNvPr>
          <p:cNvSpPr>
            <a:spLocks xmlns:a="http://schemas.openxmlformats.org/drawingml/2006/main" noGrp="1"/>
          </p:cNvSpPr>
          <p:nvPr/>
        </p:nvSpPr>
        <p:spPr>
          <a:xfrm xmlns:a="http://schemas.openxmlformats.org/drawingml/2006/main">
            <a:off x="1143000" y="5915025"/>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26B61"/>
                </a:solidFill>
                <a:latin typeface="Nimbus Sans"/>
                <a:ea typeface="Nimbus Sans"/>
                <a:cs typeface="Nimbus Sans"/>
              </a:defRPr>
            </a:defPPr>
          </a:lstStyle>
          <a:p xmlns:a="http://schemas.openxmlformats.org/drawingml/2006/main">
            <a:pPr algn="l">
              <a:buNone/>
              <a:defRPr sz="3000" b="1">
                <a:solidFill>
                  <a:srgbClr val="126B61"/>
                </a:solidFill>
                <a:latin typeface="Nimbus Sans"/>
                <a:ea typeface="Nimbus Sans"/>
                <a:cs typeface="Nimbus Sans"/>
              </a:defRPr>
            </a:pPr>
            <a:r>
              <a:rPr sz="3000" b="1">
                <a:solidFill>
                  <a:srgbClr val="126B61"/>
                </a:solidFill>
                <a:latin typeface="Nimbus Sans"/>
                <a:ea typeface="Nimbus Sans"/>
                <a:cs typeface="Nimbus Sans"/>
              </a:rPr>
              <a:t>Meaning review</a:t>
            </a:r>
          </a:p>
        </p:txBody>
      </p:sp>
      <p:sp>
        <p:nvSpPr>
          <p:cNvPr id="10" name="">
            <a:extLst xmlns:a="http://schemas.openxmlformats.org/drawingml/2006/main">
              <a:ext uri="{FF2B5EF4-FFF2-40B4-BE49-F238E27FC236}">
                <a16:creationId xmlns:a16="http://schemas.microsoft.com/office/drawing/2014/main" id="{B02E4FCD-FCB6-43AE-AD3E-6EA256FAEF2F}"/>
              </a:ext>
            </a:extLst>
          </p:cNvPr>
          <p:cNvSpPr>
            <a:spLocks xmlns:a="http://schemas.openxmlformats.org/drawingml/2006/main" noGrp="1"/>
          </p:cNvSpPr>
          <p:nvPr/>
        </p:nvSpPr>
        <p:spPr>
          <a:xfrm xmlns:a="http://schemas.openxmlformats.org/drawingml/2006/main">
            <a:off x="5238750" y="5915025"/>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42F33"/>
                </a:solidFill>
                <a:latin typeface="Nimbus Sans"/>
                <a:ea typeface="Nimbus Sans"/>
                <a:cs typeface="Nimbus Sans"/>
              </a:defRPr>
            </a:defPPr>
          </a:lstStyle>
          <a:p xmlns:a="http://schemas.openxmlformats.org/drawingml/2006/main">
            <a:pPr algn="l">
              <a:buNone/>
              <a:defRPr sz="3000" b="0">
                <a:solidFill>
                  <a:srgbClr val="142F33"/>
                </a:solidFill>
                <a:latin typeface="Nimbus Sans"/>
                <a:ea typeface="Nimbus Sans"/>
                <a:cs typeface="Nimbus Sans"/>
              </a:defRPr>
            </a:pPr>
            <a:r>
              <a:rPr sz="3000" b="0">
                <a:solidFill>
                  <a:srgbClr val="142F33"/>
                </a:solidFill>
                <a:latin typeface="Nimbus Sans"/>
                <a:ea typeface="Nimbus Sans"/>
                <a:cs typeface="Nimbus Sans"/>
              </a:rPr>
              <a:t>Keep mechanical checks and AI judgment distinct.</a:t>
            </a:r>
          </a:p>
        </p:txBody>
      </p:sp>
      <p:sp>
        <p:nvSpPr>
          <p:cNvPr id="11" name="">
            <a:extLst xmlns:a="http://schemas.openxmlformats.org/drawingml/2006/main">
              <a:ext uri="{FF2B5EF4-FFF2-40B4-BE49-F238E27FC236}">
                <a16:creationId xmlns:a16="http://schemas.microsoft.com/office/drawing/2014/main" id="{DC367C91-28F1-47BF-A93C-75F49B50BC07}"/>
              </a:ext>
            </a:extLst>
          </p:cNvPr>
          <p:cNvSpPr>
            <a:spLocks xmlns:a="http://schemas.openxmlformats.org/drawingml/2006/main" noGrp="1"/>
          </p:cNvSpPr>
          <p:nvPr/>
        </p:nvSpPr>
        <p:spPr>
          <a:xfrm xmlns:a="http://schemas.openxmlformats.org/drawingml/2006/main">
            <a:off x="1143000" y="6943725"/>
            <a:ext cx="16002000" cy="0"/>
          </a:xfrm>
          <a:prstGeom xmlns:a="http://schemas.openxmlformats.org/drawingml/2006/main" prst="line">
            <a:avLst/>
          </a:prstGeom>
          <a:noFill xmlns:a="http://schemas.openxmlformats.org/drawingml/2006/main"/>
          <a:ln xmlns:a="http://schemas.openxmlformats.org/drawingml/2006/main" w="19050">
            <a:solidFill>
              <a:srgbClr val="AABDB5"/>
            </a:solidFill>
            <a:prstDash val="solid"/>
          </a:ln>
        </p:spPr>
      </p:sp>
      <p:sp>
        <p:nvSpPr>
          <p:cNvPr id="12" name="">
            <a:extLst xmlns:a="http://schemas.openxmlformats.org/drawingml/2006/main">
              <a:ext uri="{FF2B5EF4-FFF2-40B4-BE49-F238E27FC236}">
                <a16:creationId xmlns:a16="http://schemas.microsoft.com/office/drawing/2014/main" id="{17C43C0B-757D-4333-A732-E40A8AE7DB6C}"/>
              </a:ext>
            </a:extLst>
          </p:cNvPr>
          <p:cNvSpPr>
            <a:spLocks xmlns:a="http://schemas.openxmlformats.org/drawingml/2006/main" noGrp="1"/>
          </p:cNvSpPr>
          <p:nvPr/>
        </p:nvSpPr>
        <p:spPr>
          <a:xfrm xmlns:a="http://schemas.openxmlformats.org/drawingml/2006/main">
            <a:off x="1143000" y="7181850"/>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26B61"/>
                </a:solidFill>
                <a:latin typeface="Nimbus Sans"/>
                <a:ea typeface="Nimbus Sans"/>
                <a:cs typeface="Nimbus Sans"/>
              </a:defRPr>
            </a:defPPr>
          </a:lstStyle>
          <a:p xmlns:a="http://schemas.openxmlformats.org/drawingml/2006/main">
            <a:pPr algn="l">
              <a:buNone/>
              <a:defRPr sz="3000" b="1">
                <a:solidFill>
                  <a:srgbClr val="126B61"/>
                </a:solidFill>
                <a:latin typeface="Nimbus Sans"/>
                <a:ea typeface="Nimbus Sans"/>
                <a:cs typeface="Nimbus Sans"/>
              </a:defRPr>
            </a:pPr>
            <a:r>
              <a:rPr sz="3000" b="1">
                <a:solidFill>
                  <a:srgbClr val="126B61"/>
                </a:solidFill>
                <a:latin typeface="Nimbus Sans"/>
                <a:ea typeface="Nimbus Sans"/>
                <a:cs typeface="Nimbus Sans"/>
              </a:rPr>
              <a:t>Effective version</a:t>
            </a:r>
          </a:p>
        </p:txBody>
      </p:sp>
      <p:sp>
        <p:nvSpPr>
          <p:cNvPr id="13" name="">
            <a:extLst xmlns:a="http://schemas.openxmlformats.org/drawingml/2006/main">
              <a:ext uri="{FF2B5EF4-FFF2-40B4-BE49-F238E27FC236}">
                <a16:creationId xmlns:a16="http://schemas.microsoft.com/office/drawing/2014/main" id="{1C4D13A5-4A47-4EFC-9D08-22B50F9029A4}"/>
              </a:ext>
            </a:extLst>
          </p:cNvPr>
          <p:cNvSpPr>
            <a:spLocks xmlns:a="http://schemas.openxmlformats.org/drawingml/2006/main" noGrp="1"/>
          </p:cNvSpPr>
          <p:nvPr/>
        </p:nvSpPr>
        <p:spPr>
          <a:xfrm xmlns:a="http://schemas.openxmlformats.org/drawingml/2006/main">
            <a:off x="5238750" y="7181850"/>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42F33"/>
                </a:solidFill>
                <a:latin typeface="Nimbus Sans"/>
                <a:ea typeface="Nimbus Sans"/>
                <a:cs typeface="Nimbus Sans"/>
              </a:defRPr>
            </a:defPPr>
          </a:lstStyle>
          <a:p xmlns:a="http://schemas.openxmlformats.org/drawingml/2006/main">
            <a:pPr algn="l">
              <a:buNone/>
              <a:defRPr sz="3000" b="0">
                <a:solidFill>
                  <a:srgbClr val="142F33"/>
                </a:solidFill>
                <a:latin typeface="Nimbus Sans"/>
                <a:ea typeface="Nimbus Sans"/>
                <a:cs typeface="Nimbus Sans"/>
              </a:defRPr>
            </a:pPr>
            <a:r>
              <a:rPr sz="3000" b="0">
                <a:solidFill>
                  <a:srgbClr val="142F33"/>
                </a:solidFill>
                <a:latin typeface="Nimbus Sans"/>
                <a:ea typeface="Nimbus Sans"/>
                <a:cs typeface="Nimbus Sans"/>
              </a:rPr>
              <a:t>Activate the selected rule under applicable authority.</a:t>
            </a:r>
          </a:p>
        </p:txBody>
      </p:sp>
      <p:sp>
        <p:nvSpPr>
          <p:cNvPr id="14" name="">
            <a:extLst xmlns:a="http://schemas.openxmlformats.org/drawingml/2006/main">
              <a:ext uri="{FF2B5EF4-FFF2-40B4-BE49-F238E27FC236}">
                <a16:creationId xmlns:a16="http://schemas.microsoft.com/office/drawing/2014/main" id="{8E5DBAF1-AD0C-4F2A-8085-4244A2CEDAA1}"/>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A6265"/>
                </a:solidFill>
                <a:latin typeface="Nimbus Sans"/>
                <a:ea typeface="Nimbus Sans"/>
                <a:cs typeface="Nimbus Sans"/>
              </a:defRPr>
            </a:defPPr>
          </a:lstStyle>
          <a:p xmlns:a="http://schemas.openxmlformats.org/drawingml/2006/main">
            <a:pPr algn="l">
              <a:buNone/>
              <a:defRPr sz="2175" b="0">
                <a:solidFill>
                  <a:srgbClr val="4A6265"/>
                </a:solidFill>
                <a:latin typeface="Nimbus Sans"/>
                <a:ea typeface="Nimbus Sans"/>
                <a:cs typeface="Nimbus Sans"/>
              </a:defRPr>
            </a:pPr>
            <a:r>
              <a:rPr sz="2175" b="0">
                <a:solidFill>
                  <a:srgbClr val="4A6265"/>
                </a:solidFill>
                <a:latin typeface="Nimbus Sans"/>
                <a:ea typeface="Nimbus Sans"/>
                <a:cs typeface="Nimbus Sans"/>
              </a:rPr>
              <a:t>Intended authoring experience. Unsupported meaning stays visible.</a:t>
            </a:r>
          </a:p>
        </p:txBody>
      </p:sp>
    </p:spTree>
    <p:extLst>
      <p:ext uri="{BB962C8B-B14F-4D97-AF65-F5344CB8AC3E}">
        <p14:creationId xmlns:p14="http://schemas.microsoft.com/office/powerpoint/2010/main" val="487524760"/>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F8B51EDE-4268-448D-96E9-F899AD46D26A}"/>
              </a:ext>
            </a:extLst>
          </p:cNvPr>
          <p:cNvCxnSpPr>
            <a:stCxn xmlns:a="http://schemas.openxmlformats.org/drawingml/2006/main" id="6" idx="2"/>
            <a:endCxn xmlns:a="http://schemas.openxmlformats.org/drawingml/2006/main" id="9" idx="0"/>
          </p:cNvCxnSpPr>
          <p:nvPr/>
        </p:nvCxnSpPr>
        <p:spPr>
          <a:xfrm xmlns:a="http://schemas.openxmlformats.org/drawingml/2006/main" flipH="1">
            <a:off x="9144000" y="4857750"/>
            <a:ext cx="4572000" cy="1428750"/>
          </a:xfrm>
          <a:prstGeom xmlns:a="http://schemas.openxmlformats.org/drawingml/2006/main" prst="bentConnector4">
            <a:avLst>
              <a:gd name="adj1" fmla="val 0"/>
              <a:gd name="adj2" fmla="val 50000"/>
            </a:avLst>
          </a:prstGeom>
          <a:ln xmlns:a="http://schemas.openxmlformats.org/drawingml/2006/main" w="38100">
            <a:solidFill>
              <a:srgbClr val="126B61"/>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C3729149-F05A-4106-BE40-4E51840FF4AA}"/>
              </a:ext>
            </a:extLst>
          </p:cNvPr>
          <p:cNvCxnSpPr>
            <a:stCxn xmlns:a="http://schemas.openxmlformats.org/drawingml/2006/main" id="3" idx="2"/>
            <a:endCxn xmlns:a="http://schemas.openxmlformats.org/drawingml/2006/main" id="9" idx="0"/>
          </p:cNvCxnSpPr>
          <p:nvPr/>
        </p:nvCxnSpPr>
        <p:spPr>
          <a:xfrm xmlns:a="http://schemas.openxmlformats.org/drawingml/2006/main">
            <a:off x="4572000" y="4857750"/>
            <a:ext cx="4572000" cy="1428750"/>
          </a:xfrm>
          <a:prstGeom xmlns:a="http://schemas.openxmlformats.org/drawingml/2006/main" prst="bentConnector4">
            <a:avLst>
              <a:gd name="adj1" fmla="val 0"/>
              <a:gd name="adj2" fmla="val 50000"/>
            </a:avLst>
          </a:prstGeom>
          <a:ln xmlns:a="http://schemas.openxmlformats.org/drawingml/2006/main" w="38100">
            <a:solidFill>
              <a:srgbClr val="126B61"/>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704D81AE-82CA-4346-91DD-F7611D9E77CC}"/>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One product with two interfaces</a:t>
            </a:r>
          </a:p>
        </p:txBody>
      </p:sp>
      <p:sp>
        <p:nvSpPr>
          <p:cNvPr id="2" name="">
            <a:extLst xmlns:a="http://schemas.openxmlformats.org/drawingml/2006/main">
              <a:ext uri="{FF2B5EF4-FFF2-40B4-BE49-F238E27FC236}">
                <a16:creationId xmlns:a16="http://schemas.microsoft.com/office/drawing/2014/main" id="{B4812D02-9C6D-478B-A4B0-9651A02A3135}"/>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Intended architecture</a:t>
            </a:r>
          </a:p>
        </p:txBody>
      </p:sp>
      <p:sp>
        <p:nvSpPr>
          <p:cNvPr id="3" name="">
            <a:extLst xmlns:a="http://schemas.openxmlformats.org/drawingml/2006/main">
              <a:ext uri="{FF2B5EF4-FFF2-40B4-BE49-F238E27FC236}">
                <a16:creationId xmlns:a16="http://schemas.microsoft.com/office/drawing/2014/main" id="{0E95C81B-8911-49B8-801A-CE9635140FB9}"/>
              </a:ext>
            </a:extLst>
          </p:cNvPr>
          <p:cNvSpPr>
            <a:spLocks xmlns:a="http://schemas.openxmlformats.org/drawingml/2006/main" noGrp="1"/>
          </p:cNvSpPr>
          <p:nvPr/>
        </p:nvSpPr>
        <p:spPr>
          <a:xfrm xmlns:a="http://schemas.openxmlformats.org/drawingml/2006/main">
            <a:off x="1381125" y="3333750"/>
            <a:ext cx="6381750" cy="1524000"/>
          </a:xfrm>
          <a:prstGeom xmlns:a="http://schemas.openxmlformats.org/drawingml/2006/main" prst="rect">
            <a:avLst/>
          </a:prstGeom>
          <a:solidFill xmlns:a="http://schemas.openxmlformats.org/drawingml/2006/main">
            <a:srgbClr val="E5ECE5"/>
          </a:solidFill>
          <a:ln xmlns:a="http://schemas.openxmlformats.org/drawingml/2006/main" w="19050">
            <a:solidFill>
              <a:srgbClr val="AABDB5"/>
            </a:solidFill>
            <a:prstDash val="solid"/>
          </a:ln>
        </p:spPr>
      </p:sp>
      <p:sp>
        <p:nvSpPr>
          <p:cNvPr id="4" name="">
            <a:extLst xmlns:a="http://schemas.openxmlformats.org/drawingml/2006/main">
              <a:ext uri="{FF2B5EF4-FFF2-40B4-BE49-F238E27FC236}">
                <a16:creationId xmlns:a16="http://schemas.microsoft.com/office/drawing/2014/main" id="{6165E197-0CCD-43CC-9D22-F6790B2CAF22}"/>
              </a:ext>
            </a:extLst>
          </p:cNvPr>
          <p:cNvSpPr>
            <a:spLocks xmlns:a="http://schemas.openxmlformats.org/drawingml/2006/main" noGrp="1"/>
          </p:cNvSpPr>
          <p:nvPr/>
        </p:nvSpPr>
        <p:spPr>
          <a:xfrm xmlns:a="http://schemas.openxmlformats.org/drawingml/2006/main">
            <a:off x="1647825" y="3571875"/>
            <a:ext cx="584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126B61"/>
                </a:solidFill>
                <a:latin typeface="Nimbus Sans"/>
                <a:ea typeface="Nimbus Sans"/>
                <a:cs typeface="Nimbus Sans"/>
              </a:defRPr>
            </a:defPPr>
          </a:lstStyle>
          <a:p xmlns:a="http://schemas.openxmlformats.org/drawingml/2006/main">
            <a:pPr algn="ctr">
              <a:buNone/>
              <a:defRPr sz="3225" b="1">
                <a:solidFill>
                  <a:srgbClr val="126B61"/>
                </a:solidFill>
                <a:latin typeface="Nimbus Sans"/>
                <a:ea typeface="Nimbus Sans"/>
                <a:cs typeface="Nimbus Sans"/>
              </a:defRPr>
            </a:pPr>
            <a:r>
              <a:rPr sz="3225" b="1">
                <a:solidFill>
                  <a:srgbClr val="126B61"/>
                </a:solidFill>
                <a:latin typeface="Nimbus Sans"/>
                <a:ea typeface="Nimbus Sans"/>
                <a:cs typeface="Nimbus Sans"/>
              </a:rPr>
              <a:t>Native application</a:t>
            </a:r>
          </a:p>
        </p:txBody>
      </p:sp>
      <p:sp>
        <p:nvSpPr>
          <p:cNvPr id="5" name="">
            <a:extLst xmlns:a="http://schemas.openxmlformats.org/drawingml/2006/main">
              <a:ext uri="{FF2B5EF4-FFF2-40B4-BE49-F238E27FC236}">
                <a16:creationId xmlns:a16="http://schemas.microsoft.com/office/drawing/2014/main" id="{530B0DB4-9FF5-46C1-AFAC-2F6561820DCB}"/>
              </a:ext>
            </a:extLst>
          </p:cNvPr>
          <p:cNvSpPr>
            <a:spLocks xmlns:a="http://schemas.openxmlformats.org/drawingml/2006/main" noGrp="1"/>
          </p:cNvSpPr>
          <p:nvPr/>
        </p:nvSpPr>
        <p:spPr>
          <a:xfrm xmlns:a="http://schemas.openxmlformats.org/drawingml/2006/main">
            <a:off x="1647825" y="4238625"/>
            <a:ext cx="584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142F33"/>
                </a:solidFill>
                <a:latin typeface="Nimbus Sans"/>
                <a:ea typeface="Nimbus Sans"/>
                <a:cs typeface="Nimbus Sans"/>
              </a:defRPr>
            </a:defPPr>
          </a:lstStyle>
          <a:p xmlns:a="http://schemas.openxmlformats.org/drawingml/2006/main">
            <a:pPr algn="ctr">
              <a:buNone/>
              <a:defRPr sz="2400" b="0">
                <a:solidFill>
                  <a:srgbClr val="142F33"/>
                </a:solidFill>
                <a:latin typeface="Nimbus Sans"/>
                <a:ea typeface="Nimbus Sans"/>
                <a:cs typeface="Nimbus Sans"/>
              </a:defRPr>
            </a:pPr>
            <a:r>
              <a:rPr sz="2400" b="0">
                <a:solidFill>
                  <a:srgbClr val="142F33"/>
                </a:solidFill>
                <a:latin typeface="Nimbus Sans"/>
                <a:ea typeface="Nimbus Sans"/>
                <a:cs typeface="Nimbus Sans"/>
              </a:rPr>
              <a:t>Control Anchor calls an eligible model</a:t>
            </a:r>
          </a:p>
        </p:txBody>
      </p:sp>
      <p:sp>
        <p:nvSpPr>
          <p:cNvPr id="6" name="">
            <a:extLst xmlns:a="http://schemas.openxmlformats.org/drawingml/2006/main">
              <a:ext uri="{FF2B5EF4-FFF2-40B4-BE49-F238E27FC236}">
                <a16:creationId xmlns:a16="http://schemas.microsoft.com/office/drawing/2014/main" id="{86863B4D-CB67-4A09-92AA-6329CEE3DA4B}"/>
              </a:ext>
            </a:extLst>
          </p:cNvPr>
          <p:cNvSpPr>
            <a:spLocks xmlns:a="http://schemas.openxmlformats.org/drawingml/2006/main" noGrp="1"/>
          </p:cNvSpPr>
          <p:nvPr/>
        </p:nvSpPr>
        <p:spPr>
          <a:xfrm xmlns:a="http://schemas.openxmlformats.org/drawingml/2006/main">
            <a:off x="10525125" y="3333750"/>
            <a:ext cx="6381750" cy="1524000"/>
          </a:xfrm>
          <a:prstGeom xmlns:a="http://schemas.openxmlformats.org/drawingml/2006/main" prst="rect">
            <a:avLst/>
          </a:prstGeom>
          <a:solidFill xmlns:a="http://schemas.openxmlformats.org/drawingml/2006/main">
            <a:srgbClr val="E5ECE5"/>
          </a:solidFill>
          <a:ln xmlns:a="http://schemas.openxmlformats.org/drawingml/2006/main" w="19050">
            <a:solidFill>
              <a:srgbClr val="AABDB5"/>
            </a:solidFill>
            <a:prstDash val="solid"/>
          </a:ln>
        </p:spPr>
      </p:sp>
      <p:sp>
        <p:nvSpPr>
          <p:cNvPr id="7" name="">
            <a:extLst xmlns:a="http://schemas.openxmlformats.org/drawingml/2006/main">
              <a:ext uri="{FF2B5EF4-FFF2-40B4-BE49-F238E27FC236}">
                <a16:creationId xmlns:a16="http://schemas.microsoft.com/office/drawing/2014/main" id="{45B5CBE4-981F-4F3A-99D4-0A29FD975490}"/>
              </a:ext>
            </a:extLst>
          </p:cNvPr>
          <p:cNvSpPr>
            <a:spLocks xmlns:a="http://schemas.openxmlformats.org/drawingml/2006/main" noGrp="1"/>
          </p:cNvSpPr>
          <p:nvPr/>
        </p:nvSpPr>
        <p:spPr>
          <a:xfrm xmlns:a="http://schemas.openxmlformats.org/drawingml/2006/main">
            <a:off x="10791825" y="3571875"/>
            <a:ext cx="584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126B61"/>
                </a:solidFill>
                <a:latin typeface="Nimbus Sans"/>
                <a:ea typeface="Nimbus Sans"/>
                <a:cs typeface="Nimbus Sans"/>
              </a:defRPr>
            </a:defPPr>
          </a:lstStyle>
          <a:p xmlns:a="http://schemas.openxmlformats.org/drawingml/2006/main">
            <a:pPr algn="ctr">
              <a:buNone/>
              <a:defRPr sz="3225" b="1">
                <a:solidFill>
                  <a:srgbClr val="126B61"/>
                </a:solidFill>
                <a:latin typeface="Nimbus Sans"/>
                <a:ea typeface="Nimbus Sans"/>
                <a:cs typeface="Nimbus Sans"/>
              </a:defRPr>
            </a:pPr>
            <a:r>
              <a:rPr sz="3225" b="1">
                <a:solidFill>
                  <a:srgbClr val="126B61"/>
                </a:solidFill>
                <a:latin typeface="Nimbus Sans"/>
                <a:ea typeface="Nimbus Sans"/>
                <a:cs typeface="Nimbus Sans"/>
              </a:rPr>
              <a:t>Supported AI host</a:t>
            </a:r>
          </a:p>
        </p:txBody>
      </p:sp>
      <p:sp>
        <p:nvSpPr>
          <p:cNvPr id="8" name="">
            <a:extLst xmlns:a="http://schemas.openxmlformats.org/drawingml/2006/main">
              <a:ext uri="{FF2B5EF4-FFF2-40B4-BE49-F238E27FC236}">
                <a16:creationId xmlns:a16="http://schemas.microsoft.com/office/drawing/2014/main" id="{C677F790-FE01-4CB2-A9F2-C0249FC25145}"/>
              </a:ext>
            </a:extLst>
          </p:cNvPr>
          <p:cNvSpPr>
            <a:spLocks xmlns:a="http://schemas.openxmlformats.org/drawingml/2006/main" noGrp="1"/>
          </p:cNvSpPr>
          <p:nvPr/>
        </p:nvSpPr>
        <p:spPr>
          <a:xfrm xmlns:a="http://schemas.openxmlformats.org/drawingml/2006/main">
            <a:off x="10791825" y="4238625"/>
            <a:ext cx="584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142F33"/>
                </a:solidFill>
                <a:latin typeface="Nimbus Sans"/>
                <a:ea typeface="Nimbus Sans"/>
                <a:cs typeface="Nimbus Sans"/>
              </a:defRPr>
            </a:defPPr>
          </a:lstStyle>
          <a:p xmlns:a="http://schemas.openxmlformats.org/drawingml/2006/main">
            <a:pPr algn="ctr">
              <a:buNone/>
              <a:defRPr sz="2400" b="0">
                <a:solidFill>
                  <a:srgbClr val="142F33"/>
                </a:solidFill>
                <a:latin typeface="Nimbus Sans"/>
                <a:ea typeface="Nimbus Sans"/>
                <a:cs typeface="Nimbus Sans"/>
              </a:defRPr>
            </a:pPr>
            <a:r>
              <a:rPr sz="2400" b="0">
                <a:solidFill>
                  <a:srgbClr val="142F33"/>
                </a:solidFill>
                <a:latin typeface="Nimbus Sans"/>
                <a:ea typeface="Nimbus Sans"/>
                <a:cs typeface="Nimbus Sans"/>
              </a:rPr>
              <a:t>Authenticated plugin or MCP link</a:t>
            </a:r>
          </a:p>
        </p:txBody>
      </p:sp>
      <p:sp>
        <p:nvSpPr>
          <p:cNvPr id="9" name="">
            <a:extLst xmlns:a="http://schemas.openxmlformats.org/drawingml/2006/main">
              <a:ext uri="{FF2B5EF4-FFF2-40B4-BE49-F238E27FC236}">
                <a16:creationId xmlns:a16="http://schemas.microsoft.com/office/drawing/2014/main" id="{A336A9FE-FE0F-45DD-BC16-E8BE93C796D1}"/>
              </a:ext>
            </a:extLst>
          </p:cNvPr>
          <p:cNvSpPr>
            <a:spLocks xmlns:a="http://schemas.openxmlformats.org/drawingml/2006/main" noGrp="1"/>
          </p:cNvSpPr>
          <p:nvPr/>
        </p:nvSpPr>
        <p:spPr>
          <a:xfrm xmlns:a="http://schemas.openxmlformats.org/drawingml/2006/main">
            <a:off x="3762375" y="6286500"/>
            <a:ext cx="10763250" cy="1666875"/>
          </a:xfrm>
          <a:prstGeom xmlns:a="http://schemas.openxmlformats.org/drawingml/2006/main" prst="rect">
            <a:avLst/>
          </a:prstGeom>
          <a:solidFill xmlns:a="http://schemas.openxmlformats.org/drawingml/2006/main">
            <a:srgbClr val="E5ECE5"/>
          </a:solidFill>
          <a:ln xmlns:a="http://schemas.openxmlformats.org/drawingml/2006/main" w="19050">
            <a:solidFill>
              <a:srgbClr val="AABDB5"/>
            </a:solidFill>
            <a:prstDash val="solid"/>
          </a:ln>
        </p:spPr>
      </p:sp>
      <p:sp>
        <p:nvSpPr>
          <p:cNvPr id="10" name="">
            <a:extLst xmlns:a="http://schemas.openxmlformats.org/drawingml/2006/main">
              <a:ext uri="{FF2B5EF4-FFF2-40B4-BE49-F238E27FC236}">
                <a16:creationId xmlns:a16="http://schemas.microsoft.com/office/drawing/2014/main" id="{FD83E008-6033-463A-A5F7-097791118BE1}"/>
              </a:ext>
            </a:extLst>
          </p:cNvPr>
          <p:cNvSpPr>
            <a:spLocks xmlns:a="http://schemas.openxmlformats.org/drawingml/2006/main" noGrp="1"/>
          </p:cNvSpPr>
          <p:nvPr/>
        </p:nvSpPr>
        <p:spPr>
          <a:xfrm xmlns:a="http://schemas.openxmlformats.org/drawingml/2006/main">
            <a:off x="4029075" y="6524625"/>
            <a:ext cx="1022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126B61"/>
                </a:solidFill>
                <a:latin typeface="Nimbus Sans"/>
                <a:ea typeface="Nimbus Sans"/>
                <a:cs typeface="Nimbus Sans"/>
              </a:defRPr>
            </a:defPPr>
          </a:lstStyle>
          <a:p xmlns:a="http://schemas.openxmlformats.org/drawingml/2006/main">
            <a:pPr algn="ctr">
              <a:buNone/>
              <a:defRPr sz="3225" b="1">
                <a:solidFill>
                  <a:srgbClr val="126B61"/>
                </a:solidFill>
                <a:latin typeface="Nimbus Sans"/>
                <a:ea typeface="Nimbus Sans"/>
                <a:cs typeface="Nimbus Sans"/>
              </a:defRPr>
            </a:pPr>
            <a:r>
              <a:rPr sz="3225" b="1">
                <a:solidFill>
                  <a:srgbClr val="126B61"/>
                </a:solidFill>
                <a:latin typeface="Nimbus Sans"/>
                <a:ea typeface="Nimbus Sans"/>
                <a:cs typeface="Nimbus Sans"/>
              </a:rPr>
              <a:t>Shared local or organizational core</a:t>
            </a:r>
          </a:p>
        </p:txBody>
      </p:sp>
      <p:sp>
        <p:nvSpPr>
          <p:cNvPr id="11" name="">
            <a:extLst xmlns:a="http://schemas.openxmlformats.org/drawingml/2006/main">
              <a:ext uri="{FF2B5EF4-FFF2-40B4-BE49-F238E27FC236}">
                <a16:creationId xmlns:a16="http://schemas.microsoft.com/office/drawing/2014/main" id="{2FFD0FA2-2C81-4A3C-AAA0-5C9E30632F72}"/>
              </a:ext>
            </a:extLst>
          </p:cNvPr>
          <p:cNvSpPr>
            <a:spLocks xmlns:a="http://schemas.openxmlformats.org/drawingml/2006/main" noGrp="1"/>
          </p:cNvSpPr>
          <p:nvPr/>
        </p:nvSpPr>
        <p:spPr>
          <a:xfrm xmlns:a="http://schemas.openxmlformats.org/drawingml/2006/main">
            <a:off x="4029075" y="7191375"/>
            <a:ext cx="10229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142F33"/>
                </a:solidFill>
                <a:latin typeface="Nimbus Sans"/>
                <a:ea typeface="Nimbus Sans"/>
                <a:cs typeface="Nimbus Sans"/>
              </a:defRPr>
            </a:defPPr>
          </a:lstStyle>
          <a:p xmlns:a="http://schemas.openxmlformats.org/drawingml/2006/main">
            <a:pPr algn="ctr">
              <a:buNone/>
              <a:defRPr sz="2400" b="0">
                <a:solidFill>
                  <a:srgbClr val="142F33"/>
                </a:solidFill>
                <a:latin typeface="Nimbus Sans"/>
                <a:ea typeface="Nimbus Sans"/>
                <a:cs typeface="Nimbus Sans"/>
              </a:defRPr>
            </a:pPr>
            <a:r>
              <a:rPr sz="2400" b="0">
                <a:solidFill>
                  <a:srgbClr val="142F33"/>
                </a:solidFill>
                <a:latin typeface="Nimbus Sans"/>
                <a:ea typeface="Nimbus Sans"/>
                <a:cs typeface="Nimbus Sans"/>
              </a:rPr>
              <a:t>Sonya ingress, effective controls and attributable history</a:t>
            </a:r>
          </a:p>
        </p:txBody>
      </p:sp>
      <p:sp>
        <p:nvSpPr>
          <p:cNvPr id="14" name="">
            <a:extLst xmlns:a="http://schemas.openxmlformats.org/drawingml/2006/main">
              <a:ext uri="{FF2B5EF4-FFF2-40B4-BE49-F238E27FC236}">
                <a16:creationId xmlns:a16="http://schemas.microsoft.com/office/drawing/2014/main" id="{F5D87E8B-B9DD-4989-A00E-43931126337C}"/>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A6265"/>
                </a:solidFill>
                <a:latin typeface="Nimbus Sans"/>
                <a:ea typeface="Nimbus Sans"/>
                <a:cs typeface="Nimbus Sans"/>
              </a:defRPr>
            </a:defPPr>
          </a:lstStyle>
          <a:p xmlns:a="http://schemas.openxmlformats.org/drawingml/2006/main">
            <a:pPr algn="l">
              <a:buNone/>
              <a:defRPr sz="2175" b="0">
                <a:solidFill>
                  <a:srgbClr val="4A6265"/>
                </a:solidFill>
                <a:latin typeface="Nimbus Sans"/>
                <a:ea typeface="Nimbus Sans"/>
                <a:cs typeface="Nimbus Sans"/>
              </a:defRPr>
            </a:pPr>
            <a:r>
              <a:rPr sz="2175" b="0">
                <a:solidFill>
                  <a:srgbClr val="4A6265"/>
                </a:solidFill>
                <a:latin typeface="Nimbus Sans"/>
                <a:ea typeface="Nimbus Sans"/>
                <a:cs typeface="Nimbus Sans"/>
              </a:rPr>
              <a:t>Host login and network reachability alone do not grant application access.</a:t>
            </a:r>
          </a:p>
        </p:txBody>
      </p:sp>
    </p:spTree>
    <p:extLst>
      <p:ext uri="{BB962C8B-B14F-4D97-AF65-F5344CB8AC3E}">
        <p14:creationId xmlns:p14="http://schemas.microsoft.com/office/powerpoint/2010/main" val="1017056473"/>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E0DFAB-5FC1-4F14-9B00-C07568C8E9AD}"/>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Responsibilities behind the answer</a:t>
            </a:r>
          </a:p>
        </p:txBody>
      </p:sp>
      <p:sp>
        <p:nvSpPr>
          <p:cNvPr id="2" name="">
            <a:extLst xmlns:a="http://schemas.openxmlformats.org/drawingml/2006/main">
              <a:ext uri="{FF2B5EF4-FFF2-40B4-BE49-F238E27FC236}">
                <a16:creationId xmlns:a16="http://schemas.microsoft.com/office/drawing/2014/main" id="{E08DA138-CFFD-48B0-8B24-3EBAB22BDB4D}"/>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Models and ordinary software can perform different parts</a:t>
            </a:r>
          </a:p>
        </p:txBody>
      </p:sp>
      <p:sp>
        <p:nvSpPr>
          <p:cNvPr id="3" name="">
            <a:extLst xmlns:a="http://schemas.openxmlformats.org/drawingml/2006/main">
              <a:ext uri="{FF2B5EF4-FFF2-40B4-BE49-F238E27FC236}">
                <a16:creationId xmlns:a16="http://schemas.microsoft.com/office/drawing/2014/main" id="{C8B20F10-DC66-435E-B23E-0F27F82F6F76}"/>
              </a:ext>
            </a:extLst>
          </p:cNvPr>
          <p:cNvSpPr>
            <a:spLocks xmlns:a="http://schemas.openxmlformats.org/drawingml/2006/main" noGrp="1"/>
          </p:cNvSpPr>
          <p:nvPr/>
        </p:nvSpPr>
        <p:spPr>
          <a:xfrm xmlns:a="http://schemas.openxmlformats.org/drawingml/2006/main">
            <a:off x="1143000" y="3381375"/>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B61"/>
                </a:solidFill>
                <a:latin typeface="Nimbus Sans"/>
                <a:ea typeface="Nimbus Sans"/>
                <a:cs typeface="Nimbus Sans"/>
              </a:defRPr>
            </a:defPPr>
          </a:lstStyle>
          <a:p xmlns:a="http://schemas.openxmlformats.org/drawingml/2006/main">
            <a:pPr algn="l">
              <a:buNone/>
              <a:defRPr sz="3150" b="1">
                <a:solidFill>
                  <a:srgbClr val="126B61"/>
                </a:solidFill>
                <a:latin typeface="Nimbus Sans"/>
                <a:ea typeface="Nimbus Sans"/>
                <a:cs typeface="Nimbus Sans"/>
              </a:defRPr>
            </a:pPr>
            <a:r>
              <a:rPr sz="3150" b="1">
                <a:solidFill>
                  <a:srgbClr val="126B61"/>
                </a:solidFill>
                <a:latin typeface="Nimbus Sans"/>
                <a:ea typeface="Nimbus Sans"/>
                <a:cs typeface="Nimbus Sans"/>
              </a:rPr>
              <a:t>Sonya and AEGIS</a:t>
            </a:r>
          </a:p>
        </p:txBody>
      </p:sp>
      <p:sp>
        <p:nvSpPr>
          <p:cNvPr id="4" name="">
            <a:extLst xmlns:a="http://schemas.openxmlformats.org/drawingml/2006/main">
              <a:ext uri="{FF2B5EF4-FFF2-40B4-BE49-F238E27FC236}">
                <a16:creationId xmlns:a16="http://schemas.microsoft.com/office/drawing/2014/main" id="{54079EB4-9B88-4E9C-93BB-65FAF1057CD7}"/>
              </a:ext>
            </a:extLst>
          </p:cNvPr>
          <p:cNvSpPr>
            <a:spLocks xmlns:a="http://schemas.openxmlformats.org/drawingml/2006/main" noGrp="1"/>
          </p:cNvSpPr>
          <p:nvPr/>
        </p:nvSpPr>
        <p:spPr>
          <a:xfrm xmlns:a="http://schemas.openxmlformats.org/drawingml/2006/main">
            <a:off x="5238750" y="3381375"/>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42F33"/>
                </a:solidFill>
                <a:latin typeface="Nimbus Sans"/>
                <a:ea typeface="Nimbus Sans"/>
                <a:cs typeface="Nimbus Sans"/>
              </a:defRPr>
            </a:defPPr>
          </a:lstStyle>
          <a:p xmlns:a="http://schemas.openxmlformats.org/drawingml/2006/main">
            <a:pPr algn="l">
              <a:buNone/>
              <a:defRPr sz="3150" b="0">
                <a:solidFill>
                  <a:srgbClr val="142F33"/>
                </a:solidFill>
                <a:latin typeface="Nimbus Sans"/>
                <a:ea typeface="Nimbus Sans"/>
                <a:cs typeface="Nimbus Sans"/>
              </a:defRPr>
            </a:pPr>
            <a:r>
              <a:rPr sz="3150" b="0">
                <a:solidFill>
                  <a:srgbClr val="142F33"/>
                </a:solidFill>
                <a:latin typeface="Nimbus Sans"/>
                <a:ea typeface="Nimbus Sans"/>
                <a:cs typeface="Nimbus Sans"/>
              </a:rPr>
              <a:t>Connect the request and enforce technical admission.</a:t>
            </a:r>
          </a:p>
        </p:txBody>
      </p:sp>
      <p:sp>
        <p:nvSpPr>
          <p:cNvPr id="5" name="">
            <a:extLst xmlns:a="http://schemas.openxmlformats.org/drawingml/2006/main">
              <a:ext uri="{FF2B5EF4-FFF2-40B4-BE49-F238E27FC236}">
                <a16:creationId xmlns:a16="http://schemas.microsoft.com/office/drawing/2014/main" id="{B717EBBF-5467-4026-9E4D-4B493017BA79}"/>
              </a:ext>
            </a:extLst>
          </p:cNvPr>
          <p:cNvSpPr>
            <a:spLocks xmlns:a="http://schemas.openxmlformats.org/drawingml/2006/main" noGrp="1"/>
          </p:cNvSpPr>
          <p:nvPr/>
        </p:nvSpPr>
        <p:spPr>
          <a:xfrm xmlns:a="http://schemas.openxmlformats.org/drawingml/2006/main">
            <a:off x="1143000" y="4410075"/>
            <a:ext cx="16002000" cy="0"/>
          </a:xfrm>
          <a:prstGeom xmlns:a="http://schemas.openxmlformats.org/drawingml/2006/main" prst="line">
            <a:avLst/>
          </a:prstGeom>
          <a:noFill xmlns:a="http://schemas.openxmlformats.org/drawingml/2006/main"/>
          <a:ln xmlns:a="http://schemas.openxmlformats.org/drawingml/2006/main" w="19050">
            <a:solidFill>
              <a:srgbClr val="AABDB5"/>
            </a:solidFill>
            <a:prstDash val="solid"/>
          </a:ln>
        </p:spPr>
      </p:sp>
      <p:sp>
        <p:nvSpPr>
          <p:cNvPr id="6" name="">
            <a:extLst xmlns:a="http://schemas.openxmlformats.org/drawingml/2006/main">
              <a:ext uri="{FF2B5EF4-FFF2-40B4-BE49-F238E27FC236}">
                <a16:creationId xmlns:a16="http://schemas.microsoft.com/office/drawing/2014/main" id="{6CC6ED0C-9820-42DF-A074-FB26DB679D7D}"/>
              </a:ext>
            </a:extLst>
          </p:cNvPr>
          <p:cNvSpPr>
            <a:spLocks xmlns:a="http://schemas.openxmlformats.org/drawingml/2006/main" noGrp="1"/>
          </p:cNvSpPr>
          <p:nvPr/>
        </p:nvSpPr>
        <p:spPr>
          <a:xfrm xmlns:a="http://schemas.openxmlformats.org/drawingml/2006/main">
            <a:off x="1143000" y="4648200"/>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B61"/>
                </a:solidFill>
                <a:latin typeface="Nimbus Sans"/>
                <a:ea typeface="Nimbus Sans"/>
                <a:cs typeface="Nimbus Sans"/>
              </a:defRPr>
            </a:defPPr>
          </a:lstStyle>
          <a:p xmlns:a="http://schemas.openxmlformats.org/drawingml/2006/main">
            <a:pPr algn="l">
              <a:buNone/>
              <a:defRPr sz="3150" b="1">
                <a:solidFill>
                  <a:srgbClr val="126B61"/>
                </a:solidFill>
                <a:latin typeface="Nimbus Sans"/>
                <a:ea typeface="Nimbus Sans"/>
                <a:cs typeface="Nimbus Sans"/>
              </a:defRPr>
            </a:pPr>
            <a:r>
              <a:rPr sz="3150" b="1">
                <a:solidFill>
                  <a:srgbClr val="126B61"/>
                </a:solidFill>
                <a:latin typeface="Nimbus Sans"/>
                <a:ea typeface="Nimbus Sans"/>
                <a:cs typeface="Nimbus Sans"/>
              </a:rPr>
              <a:t>CoherenceLattice</a:t>
            </a:r>
          </a:p>
        </p:txBody>
      </p:sp>
      <p:sp>
        <p:nvSpPr>
          <p:cNvPr id="7" name="">
            <a:extLst xmlns:a="http://schemas.openxmlformats.org/drawingml/2006/main">
              <a:ext uri="{FF2B5EF4-FFF2-40B4-BE49-F238E27FC236}">
                <a16:creationId xmlns:a16="http://schemas.microsoft.com/office/drawing/2014/main" id="{F28F69C7-2899-4470-A152-38AEB4CED285}"/>
              </a:ext>
            </a:extLst>
          </p:cNvPr>
          <p:cNvSpPr>
            <a:spLocks xmlns:a="http://schemas.openxmlformats.org/drawingml/2006/main" noGrp="1"/>
          </p:cNvSpPr>
          <p:nvPr/>
        </p:nvSpPr>
        <p:spPr>
          <a:xfrm xmlns:a="http://schemas.openxmlformats.org/drawingml/2006/main">
            <a:off x="5238750" y="4648200"/>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42F33"/>
                </a:solidFill>
                <a:latin typeface="Nimbus Sans"/>
                <a:ea typeface="Nimbus Sans"/>
                <a:cs typeface="Nimbus Sans"/>
              </a:defRPr>
            </a:defPPr>
          </a:lstStyle>
          <a:p xmlns:a="http://schemas.openxmlformats.org/drawingml/2006/main">
            <a:pPr algn="l">
              <a:buNone/>
              <a:defRPr sz="3150" b="0">
                <a:solidFill>
                  <a:srgbClr val="142F33"/>
                </a:solidFill>
                <a:latin typeface="Nimbus Sans"/>
                <a:ea typeface="Nimbus Sans"/>
                <a:cs typeface="Nimbus Sans"/>
              </a:defRPr>
            </a:pPr>
            <a:r>
              <a:rPr sz="3150" b="0">
                <a:solidFill>
                  <a:srgbClr val="142F33"/>
                </a:solidFill>
                <a:latin typeface="Nimbus Sans"/>
                <a:ea typeface="Nimbus Sans"/>
                <a:cs typeface="Nimbus Sans"/>
              </a:rPr>
              <a:t>Relate claims, sources and unresolved questions.</a:t>
            </a:r>
          </a:p>
        </p:txBody>
      </p:sp>
      <p:sp>
        <p:nvSpPr>
          <p:cNvPr id="8" name="">
            <a:extLst xmlns:a="http://schemas.openxmlformats.org/drawingml/2006/main">
              <a:ext uri="{FF2B5EF4-FFF2-40B4-BE49-F238E27FC236}">
                <a16:creationId xmlns:a16="http://schemas.microsoft.com/office/drawing/2014/main" id="{105452BB-4175-4E84-A1FB-20A310426F55}"/>
              </a:ext>
            </a:extLst>
          </p:cNvPr>
          <p:cNvSpPr>
            <a:spLocks xmlns:a="http://schemas.openxmlformats.org/drawingml/2006/main" noGrp="1"/>
          </p:cNvSpPr>
          <p:nvPr/>
        </p:nvSpPr>
        <p:spPr>
          <a:xfrm xmlns:a="http://schemas.openxmlformats.org/drawingml/2006/main">
            <a:off x="1143000" y="5676900"/>
            <a:ext cx="16002000" cy="0"/>
          </a:xfrm>
          <a:prstGeom xmlns:a="http://schemas.openxmlformats.org/drawingml/2006/main" prst="line">
            <a:avLst/>
          </a:prstGeom>
          <a:noFill xmlns:a="http://schemas.openxmlformats.org/drawingml/2006/main"/>
          <a:ln xmlns:a="http://schemas.openxmlformats.org/drawingml/2006/main" w="19050">
            <a:solidFill>
              <a:srgbClr val="AABDB5"/>
            </a:solidFill>
            <a:prstDash val="solid"/>
          </a:ln>
        </p:spPr>
      </p:sp>
      <p:sp>
        <p:nvSpPr>
          <p:cNvPr id="9" name="">
            <a:extLst xmlns:a="http://schemas.openxmlformats.org/drawingml/2006/main">
              <a:ext uri="{FF2B5EF4-FFF2-40B4-BE49-F238E27FC236}">
                <a16:creationId xmlns:a16="http://schemas.microsoft.com/office/drawing/2014/main" id="{D30E96DE-C20E-424E-A147-37D3C22BEBD1}"/>
              </a:ext>
            </a:extLst>
          </p:cNvPr>
          <p:cNvSpPr>
            <a:spLocks xmlns:a="http://schemas.openxmlformats.org/drawingml/2006/main" noGrp="1"/>
          </p:cNvSpPr>
          <p:nvPr/>
        </p:nvSpPr>
        <p:spPr>
          <a:xfrm xmlns:a="http://schemas.openxmlformats.org/drawingml/2006/main">
            <a:off x="1143000" y="5915025"/>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B61"/>
                </a:solidFill>
                <a:latin typeface="Nimbus Sans"/>
                <a:ea typeface="Nimbus Sans"/>
                <a:cs typeface="Nimbus Sans"/>
              </a:defRPr>
            </a:defPPr>
          </a:lstStyle>
          <a:p xmlns:a="http://schemas.openxmlformats.org/drawingml/2006/main">
            <a:pPr algn="l">
              <a:buNone/>
              <a:defRPr sz="3150" b="1">
                <a:solidFill>
                  <a:srgbClr val="126B61"/>
                </a:solidFill>
                <a:latin typeface="Nimbus Sans"/>
                <a:ea typeface="Nimbus Sans"/>
                <a:cs typeface="Nimbus Sans"/>
              </a:defRPr>
            </a:pPr>
            <a:r>
              <a:rPr sz="3150" b="1">
                <a:solidFill>
                  <a:srgbClr val="126B61"/>
                </a:solidFill>
                <a:latin typeface="Nimbus Sans"/>
                <a:ea typeface="Nimbus Sans"/>
                <a:cs typeface="Nimbus Sans"/>
              </a:rPr>
              <a:t>Sophia and Challenge</a:t>
            </a:r>
          </a:p>
        </p:txBody>
      </p:sp>
      <p:sp>
        <p:nvSpPr>
          <p:cNvPr id="10" name="">
            <a:extLst xmlns:a="http://schemas.openxmlformats.org/drawingml/2006/main">
              <a:ext uri="{FF2B5EF4-FFF2-40B4-BE49-F238E27FC236}">
                <a16:creationId xmlns:a16="http://schemas.microsoft.com/office/drawing/2014/main" id="{2B38910B-9392-4AE8-AD5B-8056866FDAB2}"/>
              </a:ext>
            </a:extLst>
          </p:cNvPr>
          <p:cNvSpPr>
            <a:spLocks xmlns:a="http://schemas.openxmlformats.org/drawingml/2006/main" noGrp="1"/>
          </p:cNvSpPr>
          <p:nvPr/>
        </p:nvSpPr>
        <p:spPr>
          <a:xfrm xmlns:a="http://schemas.openxmlformats.org/drawingml/2006/main">
            <a:off x="5238750" y="5915025"/>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42F33"/>
                </a:solidFill>
                <a:latin typeface="Nimbus Sans"/>
                <a:ea typeface="Nimbus Sans"/>
                <a:cs typeface="Nimbus Sans"/>
              </a:defRPr>
            </a:defPPr>
          </a:lstStyle>
          <a:p xmlns:a="http://schemas.openxmlformats.org/drawingml/2006/main">
            <a:pPr algn="l">
              <a:buNone/>
              <a:defRPr sz="3150" b="0">
                <a:solidFill>
                  <a:srgbClr val="142F33"/>
                </a:solidFill>
                <a:latin typeface="Nimbus Sans"/>
                <a:ea typeface="Nimbus Sans"/>
                <a:cs typeface="Nimbus Sans"/>
              </a:defRPr>
            </a:pPr>
            <a:r>
              <a:rPr sz="3150" b="0">
                <a:solidFill>
                  <a:srgbClr val="142F33"/>
                </a:solidFill>
                <a:latin typeface="Nimbus Sans"/>
                <a:ea typeface="Nimbus Sans"/>
                <a:cs typeface="Nimbus Sans"/>
              </a:rPr>
              <a:t>Apply identified checks and retain disagreement.</a:t>
            </a:r>
          </a:p>
        </p:txBody>
      </p:sp>
      <p:sp>
        <p:nvSpPr>
          <p:cNvPr id="11" name="">
            <a:extLst xmlns:a="http://schemas.openxmlformats.org/drawingml/2006/main">
              <a:ext uri="{FF2B5EF4-FFF2-40B4-BE49-F238E27FC236}">
                <a16:creationId xmlns:a16="http://schemas.microsoft.com/office/drawing/2014/main" id="{D89F28E2-87C3-4CAD-849B-C96A9EDCEAC3}"/>
              </a:ext>
            </a:extLst>
          </p:cNvPr>
          <p:cNvSpPr>
            <a:spLocks xmlns:a="http://schemas.openxmlformats.org/drawingml/2006/main" noGrp="1"/>
          </p:cNvSpPr>
          <p:nvPr/>
        </p:nvSpPr>
        <p:spPr>
          <a:xfrm xmlns:a="http://schemas.openxmlformats.org/drawingml/2006/main">
            <a:off x="1143000" y="6943725"/>
            <a:ext cx="16002000" cy="0"/>
          </a:xfrm>
          <a:prstGeom xmlns:a="http://schemas.openxmlformats.org/drawingml/2006/main" prst="line">
            <a:avLst/>
          </a:prstGeom>
          <a:noFill xmlns:a="http://schemas.openxmlformats.org/drawingml/2006/main"/>
          <a:ln xmlns:a="http://schemas.openxmlformats.org/drawingml/2006/main" w="19050">
            <a:solidFill>
              <a:srgbClr val="AABDB5"/>
            </a:solidFill>
            <a:prstDash val="solid"/>
          </a:ln>
        </p:spPr>
      </p:sp>
      <p:sp>
        <p:nvSpPr>
          <p:cNvPr id="12" name="">
            <a:extLst xmlns:a="http://schemas.openxmlformats.org/drawingml/2006/main">
              <a:ext uri="{FF2B5EF4-FFF2-40B4-BE49-F238E27FC236}">
                <a16:creationId xmlns:a16="http://schemas.microsoft.com/office/drawing/2014/main" id="{AF0C2922-52A3-467C-8D22-E4B24E3A2680}"/>
              </a:ext>
            </a:extLst>
          </p:cNvPr>
          <p:cNvSpPr>
            <a:spLocks xmlns:a="http://schemas.openxmlformats.org/drawingml/2006/main" noGrp="1"/>
          </p:cNvSpPr>
          <p:nvPr/>
        </p:nvSpPr>
        <p:spPr>
          <a:xfrm xmlns:a="http://schemas.openxmlformats.org/drawingml/2006/main">
            <a:off x="1143000" y="7181850"/>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B61"/>
                </a:solidFill>
                <a:latin typeface="Nimbus Sans"/>
                <a:ea typeface="Nimbus Sans"/>
                <a:cs typeface="Nimbus Sans"/>
              </a:defRPr>
            </a:defPPr>
          </a:lstStyle>
          <a:p xmlns:a="http://schemas.openxmlformats.org/drawingml/2006/main">
            <a:pPr algn="l">
              <a:buNone/>
              <a:defRPr sz="3150" b="1">
                <a:solidFill>
                  <a:srgbClr val="126B61"/>
                </a:solidFill>
                <a:latin typeface="Nimbus Sans"/>
                <a:ea typeface="Nimbus Sans"/>
                <a:cs typeface="Nimbus Sans"/>
              </a:defRPr>
            </a:pPr>
            <a:r>
              <a:rPr sz="3150" b="1">
                <a:solidFill>
                  <a:srgbClr val="126B61"/>
                </a:solidFill>
                <a:latin typeface="Nimbus Sans"/>
                <a:ea typeface="Nimbus Sans"/>
                <a:cs typeface="Nimbus Sans"/>
              </a:rPr>
              <a:t>Atlas</a:t>
            </a:r>
          </a:p>
        </p:txBody>
      </p:sp>
      <p:sp>
        <p:nvSpPr>
          <p:cNvPr id="13" name="">
            <a:extLst xmlns:a="http://schemas.openxmlformats.org/drawingml/2006/main">
              <a:ext uri="{FF2B5EF4-FFF2-40B4-BE49-F238E27FC236}">
                <a16:creationId xmlns:a16="http://schemas.microsoft.com/office/drawing/2014/main" id="{6301D1C1-8498-4C2B-86A9-CB2F4318F3AB}"/>
              </a:ext>
            </a:extLst>
          </p:cNvPr>
          <p:cNvSpPr>
            <a:spLocks xmlns:a="http://schemas.openxmlformats.org/drawingml/2006/main" noGrp="1"/>
          </p:cNvSpPr>
          <p:nvPr/>
        </p:nvSpPr>
        <p:spPr>
          <a:xfrm xmlns:a="http://schemas.openxmlformats.org/drawingml/2006/main">
            <a:off x="5238750" y="7181850"/>
            <a:ext cx="11906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42F33"/>
                </a:solidFill>
                <a:latin typeface="Nimbus Sans"/>
                <a:ea typeface="Nimbus Sans"/>
                <a:cs typeface="Nimbus Sans"/>
              </a:defRPr>
            </a:defPPr>
          </a:lstStyle>
          <a:p xmlns:a="http://schemas.openxmlformats.org/drawingml/2006/main">
            <a:pPr algn="l">
              <a:buNone/>
              <a:defRPr sz="3150" b="0">
                <a:solidFill>
                  <a:srgbClr val="142F33"/>
                </a:solidFill>
                <a:latin typeface="Nimbus Sans"/>
                <a:ea typeface="Nimbus Sans"/>
                <a:cs typeface="Nimbus Sans"/>
              </a:defRPr>
            </a:pPr>
            <a:r>
              <a:rPr sz="3150" b="0">
                <a:solidFill>
                  <a:srgbClr val="142F33"/>
                </a:solidFill>
                <a:latin typeface="Nimbus Sans"/>
                <a:ea typeface="Nimbus Sans"/>
                <a:cs typeface="Nimbus Sans"/>
              </a:rPr>
              <a:t>Explain the result and the next useful question.</a:t>
            </a:r>
          </a:p>
        </p:txBody>
      </p:sp>
      <p:sp>
        <p:nvSpPr>
          <p:cNvPr id="14" name="">
            <a:extLst xmlns:a="http://schemas.openxmlformats.org/drawingml/2006/main">
              <a:ext uri="{FF2B5EF4-FFF2-40B4-BE49-F238E27FC236}">
                <a16:creationId xmlns:a16="http://schemas.microsoft.com/office/drawing/2014/main" id="{94770C80-7D1F-4A68-BC73-7C54156D434D}"/>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A6265"/>
                </a:solidFill>
                <a:latin typeface="Nimbus Sans"/>
                <a:ea typeface="Nimbus Sans"/>
                <a:cs typeface="Nimbus Sans"/>
              </a:defRPr>
            </a:defPPr>
          </a:lstStyle>
          <a:p xmlns:a="http://schemas.openxmlformats.org/drawingml/2006/main">
            <a:pPr algn="l">
              <a:buNone/>
              <a:defRPr sz="2175" b="0">
                <a:solidFill>
                  <a:srgbClr val="4A6265"/>
                </a:solidFill>
                <a:latin typeface="Nimbus Sans"/>
                <a:ea typeface="Nimbus Sans"/>
                <a:cs typeface="Nimbus Sans"/>
              </a:defRPr>
            </a:pPr>
            <a:r>
              <a:rPr sz="2175" b="0">
                <a:solidFill>
                  <a:srgbClr val="4A6265"/>
                </a:solidFill>
                <a:latin typeface="Nimbus Sans"/>
                <a:ea typeface="Nimbus Sans"/>
                <a:cs typeface="Nimbus Sans"/>
              </a:rPr>
              <a:t>Named roles do not require continuously running a separate model for each role.</a:t>
            </a:r>
          </a:p>
        </p:txBody>
      </p:sp>
    </p:spTree>
    <p:extLst>
      <p:ext uri="{BB962C8B-B14F-4D97-AF65-F5344CB8AC3E}">
        <p14:creationId xmlns:p14="http://schemas.microsoft.com/office/powerpoint/2010/main" val="884852009"/>
      </p:ext>
    </p:extLst>
  </p:cSld>
</p:sld>
</file>

<file path=ppt/slides/slide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6318434A-74D3-4DD4-9A4C-B0884F3AC2DA}"/>
              </a:ext>
            </a:extLst>
          </p:cNvPr>
          <p:cNvCxnSpPr>
            <a:stCxn xmlns:a="http://schemas.openxmlformats.org/drawingml/2006/main" id="6" idx="3"/>
            <a:endCxn xmlns:a="http://schemas.openxmlformats.org/drawingml/2006/main" id="9" idx="1"/>
          </p:cNvCxnSpPr>
          <p:nvPr/>
        </p:nvCxnSpPr>
        <p:spPr>
          <a:xfrm xmlns:a="http://schemas.openxmlformats.org/drawingml/2006/main">
            <a:off x="11382375" y="4524375"/>
            <a:ext cx="1238250" cy="0"/>
          </a:xfrm>
          <a:prstGeom xmlns:a="http://schemas.openxmlformats.org/drawingml/2006/main" prst="straightConnector1">
            <a:avLst/>
          </a:prstGeom>
          <a:ln xmlns:a="http://schemas.openxmlformats.org/drawingml/2006/main" w="38100">
            <a:solidFill>
              <a:srgbClr val="126B61"/>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51BC812C-5348-4E56-9794-7F65C00E216A}"/>
              </a:ext>
            </a:extLst>
          </p:cNvPr>
          <p:cNvCxnSpPr>
            <a:stCxn xmlns:a="http://schemas.openxmlformats.org/drawingml/2006/main" id="3" idx="3"/>
            <a:endCxn xmlns:a="http://schemas.openxmlformats.org/drawingml/2006/main" id="6" idx="1"/>
          </p:cNvCxnSpPr>
          <p:nvPr/>
        </p:nvCxnSpPr>
        <p:spPr>
          <a:xfrm xmlns:a="http://schemas.openxmlformats.org/drawingml/2006/main">
            <a:off x="5667375" y="4524375"/>
            <a:ext cx="1238250" cy="0"/>
          </a:xfrm>
          <a:prstGeom xmlns:a="http://schemas.openxmlformats.org/drawingml/2006/main" prst="straightConnector1">
            <a:avLst/>
          </a:prstGeom>
          <a:ln xmlns:a="http://schemas.openxmlformats.org/drawingml/2006/main" w="38100">
            <a:solidFill>
              <a:srgbClr val="126B61"/>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850BB7E4-E9AC-4A7B-8204-D7903A460751}"/>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A correction preserves the earlier work</a:t>
            </a:r>
          </a:p>
        </p:txBody>
      </p:sp>
      <p:sp>
        <p:nvSpPr>
          <p:cNvPr id="2" name="">
            <a:extLst xmlns:a="http://schemas.openxmlformats.org/drawingml/2006/main">
              <a:ext uri="{FF2B5EF4-FFF2-40B4-BE49-F238E27FC236}">
                <a16:creationId xmlns:a16="http://schemas.microsoft.com/office/drawing/2014/main" id="{D69A12BB-8DF4-4E48-BC97-5FF86CE034DB}"/>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Intended customer experience</a:t>
            </a:r>
          </a:p>
        </p:txBody>
      </p:sp>
      <p:sp>
        <p:nvSpPr>
          <p:cNvPr id="3" name="">
            <a:extLst xmlns:a="http://schemas.openxmlformats.org/drawingml/2006/main">
              <a:ext uri="{FF2B5EF4-FFF2-40B4-BE49-F238E27FC236}">
                <a16:creationId xmlns:a16="http://schemas.microsoft.com/office/drawing/2014/main" id="{BCBEE46C-B969-408E-9869-4F26E1063A05}"/>
              </a:ext>
            </a:extLst>
          </p:cNvPr>
          <p:cNvSpPr>
            <a:spLocks xmlns:a="http://schemas.openxmlformats.org/drawingml/2006/main" noGrp="1"/>
          </p:cNvSpPr>
          <p:nvPr/>
        </p:nvSpPr>
        <p:spPr>
          <a:xfrm xmlns:a="http://schemas.openxmlformats.org/drawingml/2006/main">
            <a:off x="1190625" y="3619500"/>
            <a:ext cx="4476750" cy="1809750"/>
          </a:xfrm>
          <a:prstGeom xmlns:a="http://schemas.openxmlformats.org/drawingml/2006/main" prst="rect">
            <a:avLst/>
          </a:prstGeom>
          <a:solidFill xmlns:a="http://schemas.openxmlformats.org/drawingml/2006/main">
            <a:srgbClr val="E5ECE5"/>
          </a:solidFill>
          <a:ln xmlns:a="http://schemas.openxmlformats.org/drawingml/2006/main" w="19050">
            <a:solidFill>
              <a:srgbClr val="AABDB5"/>
            </a:solidFill>
            <a:prstDash val="solid"/>
          </a:ln>
        </p:spPr>
      </p:sp>
      <p:sp>
        <p:nvSpPr>
          <p:cNvPr id="4" name="">
            <a:extLst xmlns:a="http://schemas.openxmlformats.org/drawingml/2006/main">
              <a:ext uri="{FF2B5EF4-FFF2-40B4-BE49-F238E27FC236}">
                <a16:creationId xmlns:a16="http://schemas.microsoft.com/office/drawing/2014/main" id="{CD0345C8-3135-468E-9647-27EB6A8A0F22}"/>
              </a:ext>
            </a:extLst>
          </p:cNvPr>
          <p:cNvSpPr>
            <a:spLocks xmlns:a="http://schemas.openxmlformats.org/drawingml/2006/main" noGrp="1"/>
          </p:cNvSpPr>
          <p:nvPr/>
        </p:nvSpPr>
        <p:spPr>
          <a:xfrm xmlns:a="http://schemas.openxmlformats.org/drawingml/2006/main">
            <a:off x="1457325" y="3857625"/>
            <a:ext cx="3943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126B61"/>
                </a:solidFill>
                <a:latin typeface="Nimbus Sans"/>
                <a:ea typeface="Nimbus Sans"/>
                <a:cs typeface="Nimbus Sans"/>
              </a:defRPr>
            </a:defPPr>
          </a:lstStyle>
          <a:p xmlns:a="http://schemas.openxmlformats.org/drawingml/2006/main">
            <a:pPr algn="ctr">
              <a:buNone/>
              <a:defRPr sz="3225" b="1">
                <a:solidFill>
                  <a:srgbClr val="126B61"/>
                </a:solidFill>
                <a:latin typeface="Nimbus Sans"/>
                <a:ea typeface="Nimbus Sans"/>
                <a:cs typeface="Nimbus Sans"/>
              </a:defRPr>
            </a:pPr>
            <a:r>
              <a:rPr sz="3225" b="1">
                <a:solidFill>
                  <a:srgbClr val="126B61"/>
                </a:solidFill>
                <a:latin typeface="Nimbus Sans"/>
                <a:ea typeface="Nimbus Sans"/>
                <a:cs typeface="Nimbus Sans"/>
              </a:rPr>
              <a:t>Original work</a:t>
            </a:r>
          </a:p>
        </p:txBody>
      </p:sp>
      <p:sp>
        <p:nvSpPr>
          <p:cNvPr id="5" name="">
            <a:extLst xmlns:a="http://schemas.openxmlformats.org/drawingml/2006/main">
              <a:ext uri="{FF2B5EF4-FFF2-40B4-BE49-F238E27FC236}">
                <a16:creationId xmlns:a16="http://schemas.microsoft.com/office/drawing/2014/main" id="{BD961DCF-8B9C-49E9-8A82-510A9F3C0A19}"/>
              </a:ext>
            </a:extLst>
          </p:cNvPr>
          <p:cNvSpPr>
            <a:spLocks xmlns:a="http://schemas.openxmlformats.org/drawingml/2006/main" noGrp="1"/>
          </p:cNvSpPr>
          <p:nvPr/>
        </p:nvSpPr>
        <p:spPr>
          <a:xfrm xmlns:a="http://schemas.openxmlformats.org/drawingml/2006/main">
            <a:off x="1457325" y="4524375"/>
            <a:ext cx="3943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142F33"/>
                </a:solidFill>
                <a:latin typeface="Nimbus Sans"/>
                <a:ea typeface="Nimbus Sans"/>
                <a:cs typeface="Nimbus Sans"/>
              </a:defRPr>
            </a:defPPr>
          </a:lstStyle>
          <a:p xmlns:a="http://schemas.openxmlformats.org/drawingml/2006/main">
            <a:pPr algn="ctr">
              <a:buNone/>
              <a:defRPr sz="2400" b="0">
                <a:solidFill>
                  <a:srgbClr val="142F33"/>
                </a:solidFill>
                <a:latin typeface="Nimbus Sans"/>
                <a:ea typeface="Nimbus Sans"/>
                <a:cs typeface="Nimbus Sans"/>
              </a:defRPr>
            </a:pPr>
            <a:r>
              <a:rPr sz="2400" b="0">
                <a:solidFill>
                  <a:srgbClr val="142F33"/>
                </a:solidFill>
                <a:latin typeface="Nimbus Sans"/>
                <a:ea typeface="Nimbus Sans"/>
                <a:cs typeface="Nimbus Sans"/>
              </a:rPr>
              <a:t>Retain the request and reply</a:t>
            </a:r>
          </a:p>
        </p:txBody>
      </p:sp>
      <p:sp>
        <p:nvSpPr>
          <p:cNvPr id="6" name="">
            <a:extLst xmlns:a="http://schemas.openxmlformats.org/drawingml/2006/main">
              <a:ext uri="{FF2B5EF4-FFF2-40B4-BE49-F238E27FC236}">
                <a16:creationId xmlns:a16="http://schemas.microsoft.com/office/drawing/2014/main" id="{F0237A61-ED92-43CC-B7E3-DAFE98AAA05F}"/>
              </a:ext>
            </a:extLst>
          </p:cNvPr>
          <p:cNvSpPr>
            <a:spLocks xmlns:a="http://schemas.openxmlformats.org/drawingml/2006/main" noGrp="1"/>
          </p:cNvSpPr>
          <p:nvPr/>
        </p:nvSpPr>
        <p:spPr>
          <a:xfrm xmlns:a="http://schemas.openxmlformats.org/drawingml/2006/main">
            <a:off x="6905625" y="3619500"/>
            <a:ext cx="4476750" cy="1809750"/>
          </a:xfrm>
          <a:prstGeom xmlns:a="http://schemas.openxmlformats.org/drawingml/2006/main" prst="rect">
            <a:avLst/>
          </a:prstGeom>
          <a:solidFill xmlns:a="http://schemas.openxmlformats.org/drawingml/2006/main">
            <a:srgbClr val="E5ECE5"/>
          </a:solidFill>
          <a:ln xmlns:a="http://schemas.openxmlformats.org/drawingml/2006/main" w="19050">
            <a:solidFill>
              <a:srgbClr val="AABDB5"/>
            </a:solidFill>
            <a:prstDash val="solid"/>
          </a:ln>
        </p:spPr>
      </p:sp>
      <p:sp>
        <p:nvSpPr>
          <p:cNvPr id="7" name="">
            <a:extLst xmlns:a="http://schemas.openxmlformats.org/drawingml/2006/main">
              <a:ext uri="{FF2B5EF4-FFF2-40B4-BE49-F238E27FC236}">
                <a16:creationId xmlns:a16="http://schemas.microsoft.com/office/drawing/2014/main" id="{21806A47-2CA3-479C-B25F-000649C9DFA3}"/>
              </a:ext>
            </a:extLst>
          </p:cNvPr>
          <p:cNvSpPr>
            <a:spLocks xmlns:a="http://schemas.openxmlformats.org/drawingml/2006/main" noGrp="1"/>
          </p:cNvSpPr>
          <p:nvPr/>
        </p:nvSpPr>
        <p:spPr>
          <a:xfrm xmlns:a="http://schemas.openxmlformats.org/drawingml/2006/main">
            <a:off x="7172325" y="3857625"/>
            <a:ext cx="3943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126B61"/>
                </a:solidFill>
                <a:latin typeface="Nimbus Sans"/>
                <a:ea typeface="Nimbus Sans"/>
                <a:cs typeface="Nimbus Sans"/>
              </a:defRPr>
            </a:defPPr>
          </a:lstStyle>
          <a:p xmlns:a="http://schemas.openxmlformats.org/drawingml/2006/main">
            <a:pPr algn="ctr">
              <a:buNone/>
              <a:defRPr sz="3225" b="1">
                <a:solidFill>
                  <a:srgbClr val="126B61"/>
                </a:solidFill>
                <a:latin typeface="Nimbus Sans"/>
                <a:ea typeface="Nimbus Sans"/>
                <a:cs typeface="Nimbus Sans"/>
              </a:defRPr>
            </a:pPr>
            <a:r>
              <a:rPr sz="3225" b="1">
                <a:solidFill>
                  <a:srgbClr val="126B61"/>
                </a:solidFill>
                <a:latin typeface="Nimbus Sans"/>
                <a:ea typeface="Nimbus Sans"/>
                <a:cs typeface="Nimbus Sans"/>
              </a:rPr>
              <a:t>Correction</a:t>
            </a:r>
          </a:p>
        </p:txBody>
      </p:sp>
      <p:sp>
        <p:nvSpPr>
          <p:cNvPr id="8" name="">
            <a:extLst xmlns:a="http://schemas.openxmlformats.org/drawingml/2006/main">
              <a:ext uri="{FF2B5EF4-FFF2-40B4-BE49-F238E27FC236}">
                <a16:creationId xmlns:a16="http://schemas.microsoft.com/office/drawing/2014/main" id="{B5A521C7-391A-4D82-B60B-328E8537B591}"/>
              </a:ext>
            </a:extLst>
          </p:cNvPr>
          <p:cNvSpPr>
            <a:spLocks xmlns:a="http://schemas.openxmlformats.org/drawingml/2006/main" noGrp="1"/>
          </p:cNvSpPr>
          <p:nvPr/>
        </p:nvSpPr>
        <p:spPr>
          <a:xfrm xmlns:a="http://schemas.openxmlformats.org/drawingml/2006/main">
            <a:off x="7172325" y="4524375"/>
            <a:ext cx="3943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142F33"/>
                </a:solidFill>
                <a:latin typeface="Nimbus Sans"/>
                <a:ea typeface="Nimbus Sans"/>
                <a:cs typeface="Nimbus Sans"/>
              </a:defRPr>
            </a:defPPr>
          </a:lstStyle>
          <a:p xmlns:a="http://schemas.openxmlformats.org/drawingml/2006/main">
            <a:pPr algn="ctr">
              <a:buNone/>
              <a:defRPr sz="2400" b="0">
                <a:solidFill>
                  <a:srgbClr val="142F33"/>
                </a:solidFill>
                <a:latin typeface="Nimbus Sans"/>
                <a:ea typeface="Nimbus Sans"/>
                <a:cs typeface="Nimbus Sans"/>
              </a:defRPr>
            </a:pPr>
            <a:r>
              <a:rPr sz="2400" b="0">
                <a:solidFill>
                  <a:srgbClr val="142F33"/>
                </a:solidFill>
                <a:latin typeface="Nimbus Sans"/>
                <a:ea typeface="Nimbus Sans"/>
                <a:cs typeface="Nimbus Sans"/>
              </a:rPr>
              <a:t>Bind the changed inputs</a:t>
            </a:r>
          </a:p>
        </p:txBody>
      </p:sp>
      <p:sp>
        <p:nvSpPr>
          <p:cNvPr id="9" name="">
            <a:extLst xmlns:a="http://schemas.openxmlformats.org/drawingml/2006/main">
              <a:ext uri="{FF2B5EF4-FFF2-40B4-BE49-F238E27FC236}">
                <a16:creationId xmlns:a16="http://schemas.microsoft.com/office/drawing/2014/main" id="{9AE217D4-087E-44A0-ADDE-1AD85C3B1BA3}"/>
              </a:ext>
            </a:extLst>
          </p:cNvPr>
          <p:cNvSpPr>
            <a:spLocks xmlns:a="http://schemas.openxmlformats.org/drawingml/2006/main" noGrp="1"/>
          </p:cNvSpPr>
          <p:nvPr/>
        </p:nvSpPr>
        <p:spPr>
          <a:xfrm xmlns:a="http://schemas.openxmlformats.org/drawingml/2006/main">
            <a:off x="12620625" y="3619500"/>
            <a:ext cx="4476750" cy="1809750"/>
          </a:xfrm>
          <a:prstGeom xmlns:a="http://schemas.openxmlformats.org/drawingml/2006/main" prst="rect">
            <a:avLst/>
          </a:prstGeom>
          <a:solidFill xmlns:a="http://schemas.openxmlformats.org/drawingml/2006/main">
            <a:srgbClr val="E5ECE5"/>
          </a:solidFill>
          <a:ln xmlns:a="http://schemas.openxmlformats.org/drawingml/2006/main" w="19050">
            <a:solidFill>
              <a:srgbClr val="AABDB5"/>
            </a:solidFill>
            <a:prstDash val="solid"/>
          </a:ln>
        </p:spPr>
      </p:sp>
      <p:sp>
        <p:nvSpPr>
          <p:cNvPr id="10" name="">
            <a:extLst xmlns:a="http://schemas.openxmlformats.org/drawingml/2006/main">
              <a:ext uri="{FF2B5EF4-FFF2-40B4-BE49-F238E27FC236}">
                <a16:creationId xmlns:a16="http://schemas.microsoft.com/office/drawing/2014/main" id="{CCE9F43C-4598-4E53-8CD1-DD8E913513E8}"/>
              </a:ext>
            </a:extLst>
          </p:cNvPr>
          <p:cNvSpPr>
            <a:spLocks xmlns:a="http://schemas.openxmlformats.org/drawingml/2006/main" noGrp="1"/>
          </p:cNvSpPr>
          <p:nvPr/>
        </p:nvSpPr>
        <p:spPr>
          <a:xfrm xmlns:a="http://schemas.openxmlformats.org/drawingml/2006/main">
            <a:off x="12887325" y="3857625"/>
            <a:ext cx="3943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126B61"/>
                </a:solidFill>
                <a:latin typeface="Nimbus Sans"/>
                <a:ea typeface="Nimbus Sans"/>
                <a:cs typeface="Nimbus Sans"/>
              </a:defRPr>
            </a:defPPr>
          </a:lstStyle>
          <a:p xmlns:a="http://schemas.openxmlformats.org/drawingml/2006/main">
            <a:pPr algn="ctr">
              <a:buNone/>
              <a:defRPr sz="3225" b="1">
                <a:solidFill>
                  <a:srgbClr val="126B61"/>
                </a:solidFill>
                <a:latin typeface="Nimbus Sans"/>
                <a:ea typeface="Nimbus Sans"/>
                <a:cs typeface="Nimbus Sans"/>
              </a:defRPr>
            </a:pPr>
            <a:r>
              <a:rPr sz="3225" b="1">
                <a:solidFill>
                  <a:srgbClr val="126B61"/>
                </a:solidFill>
                <a:latin typeface="Nimbus Sans"/>
                <a:ea typeface="Nimbus Sans"/>
                <a:cs typeface="Nimbus Sans"/>
              </a:rPr>
              <a:t>Fresh assessment</a:t>
            </a:r>
          </a:p>
        </p:txBody>
      </p:sp>
      <p:sp>
        <p:nvSpPr>
          <p:cNvPr id="11" name="">
            <a:extLst xmlns:a="http://schemas.openxmlformats.org/drawingml/2006/main">
              <a:ext uri="{FF2B5EF4-FFF2-40B4-BE49-F238E27FC236}">
                <a16:creationId xmlns:a16="http://schemas.microsoft.com/office/drawing/2014/main" id="{EEF24C5B-73CA-43F1-83D2-B888600D3BB7}"/>
              </a:ext>
            </a:extLst>
          </p:cNvPr>
          <p:cNvSpPr>
            <a:spLocks xmlns:a="http://schemas.openxmlformats.org/drawingml/2006/main" noGrp="1"/>
          </p:cNvSpPr>
          <p:nvPr/>
        </p:nvSpPr>
        <p:spPr>
          <a:xfrm xmlns:a="http://schemas.openxmlformats.org/drawingml/2006/main">
            <a:off x="12887325" y="4524375"/>
            <a:ext cx="3943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142F33"/>
                </a:solidFill>
                <a:latin typeface="Nimbus Sans"/>
                <a:ea typeface="Nimbus Sans"/>
                <a:cs typeface="Nimbus Sans"/>
              </a:defRPr>
            </a:defPPr>
          </a:lstStyle>
          <a:p xmlns:a="http://schemas.openxmlformats.org/drawingml/2006/main">
            <a:pPr algn="ctr">
              <a:buNone/>
              <a:defRPr sz="2400" b="0">
                <a:solidFill>
                  <a:srgbClr val="142F33"/>
                </a:solidFill>
                <a:latin typeface="Nimbus Sans"/>
                <a:ea typeface="Nimbus Sans"/>
                <a:cs typeface="Nimbus Sans"/>
              </a:defRPr>
            </a:pPr>
            <a:r>
              <a:rPr sz="2400" b="0">
                <a:solidFill>
                  <a:srgbClr val="142F33"/>
                </a:solidFill>
                <a:latin typeface="Nimbus Sans"/>
                <a:ea typeface="Nimbus Sans"/>
                <a:cs typeface="Nimbus Sans"/>
              </a:rPr>
              <a:t>Explain what changed</a:t>
            </a:r>
          </a:p>
        </p:txBody>
      </p:sp>
      <p:sp>
        <p:nvSpPr>
          <p:cNvPr id="14" name="">
            <a:extLst xmlns:a="http://schemas.openxmlformats.org/drawingml/2006/main">
              <a:ext uri="{FF2B5EF4-FFF2-40B4-BE49-F238E27FC236}">
                <a16:creationId xmlns:a16="http://schemas.microsoft.com/office/drawing/2014/main" id="{A09183B8-1BF2-49F6-B598-ABA5567F18D0}"/>
              </a:ext>
            </a:extLst>
          </p:cNvPr>
          <p:cNvSpPr>
            <a:spLocks xmlns:a="http://schemas.openxmlformats.org/drawingml/2006/main" noGrp="1"/>
          </p:cNvSpPr>
          <p:nvPr/>
        </p:nvSpPr>
        <p:spPr>
          <a:xfrm xmlns:a="http://schemas.openxmlformats.org/drawingml/2006/main">
            <a:off x="1190625" y="7000875"/>
            <a:ext cx="1571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26B61"/>
                </a:solidFill>
                <a:latin typeface="Nimbus Sans"/>
                <a:ea typeface="Nimbus Sans"/>
                <a:cs typeface="Nimbus Sans"/>
              </a:defRPr>
            </a:defPPr>
          </a:lstStyle>
          <a:p xmlns:a="http://schemas.openxmlformats.org/drawingml/2006/main">
            <a:pPr algn="l">
              <a:buNone/>
              <a:defRPr sz="3975" b="1">
                <a:solidFill>
                  <a:srgbClr val="126B61"/>
                </a:solidFill>
                <a:latin typeface="Nimbus Sans"/>
                <a:ea typeface="Nimbus Sans"/>
                <a:cs typeface="Nimbus Sans"/>
              </a:defRPr>
            </a:pPr>
            <a:r>
              <a:rPr sz="3975" b="1">
                <a:solidFill>
                  <a:srgbClr val="126B61"/>
                </a:solidFill>
                <a:latin typeface="Nimbus Sans"/>
                <a:ea typeface="Nimbus Sans"/>
                <a:cs typeface="Nimbus Sans"/>
              </a:rPr>
              <a:t>Export and reopen the retained history</a:t>
            </a:r>
          </a:p>
        </p:txBody>
      </p:sp>
      <p:sp>
        <p:nvSpPr>
          <p:cNvPr id="15" name="">
            <a:extLst xmlns:a="http://schemas.openxmlformats.org/drawingml/2006/main">
              <a:ext uri="{FF2B5EF4-FFF2-40B4-BE49-F238E27FC236}">
                <a16:creationId xmlns:a16="http://schemas.microsoft.com/office/drawing/2014/main" id="{D2E48F98-0D6B-4DF1-8AFC-F3BD147AB351}"/>
              </a:ext>
            </a:extLst>
          </p:cNvPr>
          <p:cNvSpPr>
            <a:spLocks xmlns:a="http://schemas.openxmlformats.org/drawingml/2006/main" noGrp="1"/>
          </p:cNvSpPr>
          <p:nvPr/>
        </p:nvSpPr>
        <p:spPr>
          <a:xfrm xmlns:a="http://schemas.openxmlformats.org/drawingml/2006/main">
            <a:off x="1190625" y="7858125"/>
            <a:ext cx="1571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142F33"/>
                </a:solidFill>
                <a:latin typeface="Nimbus Sans"/>
                <a:ea typeface="Nimbus Sans"/>
                <a:cs typeface="Nimbus Sans"/>
              </a:defRPr>
            </a:defPPr>
          </a:lstStyle>
          <a:p xmlns:a="http://schemas.openxmlformats.org/drawingml/2006/main">
            <a:pPr algn="l">
              <a:buNone/>
              <a:defRPr sz="3075" b="0">
                <a:solidFill>
                  <a:srgbClr val="142F33"/>
                </a:solidFill>
                <a:latin typeface="Nimbus Sans"/>
                <a:ea typeface="Nimbus Sans"/>
                <a:cs typeface="Nimbus Sans"/>
              </a:defRPr>
            </a:pPr>
            <a:r>
              <a:rPr sz="3075" b="0">
                <a:solidFill>
                  <a:srgbClr val="142F33"/>
                </a:solidFill>
                <a:latin typeface="Nimbus Sans"/>
                <a:ea typeface="Nimbus Sans"/>
                <a:cs typeface="Nimbus Sans"/>
              </a:rPr>
              <a:t>Completed or uncertain work must not resend automatically.</a:t>
            </a:r>
          </a:p>
        </p:txBody>
      </p:sp>
    </p:spTree>
    <p:extLst>
      <p:ext uri="{BB962C8B-B14F-4D97-AF65-F5344CB8AC3E}">
        <p14:creationId xmlns:p14="http://schemas.microsoft.com/office/powerpoint/2010/main" val="262056463"/>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896FEA-9028-4DBC-A361-2EF0351E8283}"/>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A household learning workspace</a:t>
            </a:r>
          </a:p>
        </p:txBody>
      </p:sp>
      <p:sp>
        <p:nvSpPr>
          <p:cNvPr id="2" name="">
            <a:extLst xmlns:a="http://schemas.openxmlformats.org/drawingml/2006/main">
              <a:ext uri="{FF2B5EF4-FFF2-40B4-BE49-F238E27FC236}">
                <a16:creationId xmlns:a16="http://schemas.microsoft.com/office/drawing/2014/main" id="{50707235-46A4-4B2B-B886-F01A53F3AC1E}"/>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Family design concept</a:t>
            </a:r>
          </a:p>
        </p:txBody>
      </p:sp>
      <p:sp>
        <p:nvSpPr>
          <p:cNvPr id="3" name="">
            <a:extLst xmlns:a="http://schemas.openxmlformats.org/drawingml/2006/main">
              <a:ext uri="{FF2B5EF4-FFF2-40B4-BE49-F238E27FC236}">
                <a16:creationId xmlns:a16="http://schemas.microsoft.com/office/drawing/2014/main" id="{ABAD7B08-7574-497D-A14E-7B8ED26797FB}"/>
              </a:ext>
            </a:extLst>
          </p:cNvPr>
          <p:cNvSpPr>
            <a:spLocks xmlns:a="http://schemas.openxmlformats.org/drawingml/2006/main" noGrp="1"/>
          </p:cNvSpPr>
          <p:nvPr/>
        </p:nvSpPr>
        <p:spPr>
          <a:xfrm xmlns:a="http://schemas.openxmlformats.org/drawingml/2006/main">
            <a:off x="1143000" y="3381375"/>
            <a:ext cx="1600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26B61"/>
                </a:solidFill>
                <a:latin typeface="Nimbus Sans"/>
                <a:ea typeface="Nimbus Sans"/>
                <a:cs typeface="Nimbus Sans"/>
              </a:defRPr>
            </a:defPPr>
          </a:lstStyle>
          <a:p xmlns:a="http://schemas.openxmlformats.org/drawingml/2006/main">
            <a:pPr algn="l">
              <a:buNone/>
              <a:defRPr sz="3450" b="1">
                <a:solidFill>
                  <a:srgbClr val="126B61"/>
                </a:solidFill>
                <a:latin typeface="Nimbus Sans"/>
                <a:ea typeface="Nimbus Sans"/>
                <a:cs typeface="Nimbus Sans"/>
              </a:defRPr>
            </a:pPr>
            <a:r>
              <a:rPr sz="3450" b="1">
                <a:solidFill>
                  <a:srgbClr val="126B61"/>
                </a:solidFill>
                <a:latin typeface="Nimbus Sans"/>
                <a:ea typeface="Nimbus Sans"/>
                <a:cs typeface="Nimbus Sans"/>
              </a:rPr>
              <a:t>Learning support</a:t>
            </a:r>
          </a:p>
        </p:txBody>
      </p:sp>
      <p:sp>
        <p:nvSpPr>
          <p:cNvPr id="4" name="">
            <a:extLst xmlns:a="http://schemas.openxmlformats.org/drawingml/2006/main">
              <a:ext uri="{FF2B5EF4-FFF2-40B4-BE49-F238E27FC236}">
                <a16:creationId xmlns:a16="http://schemas.microsoft.com/office/drawing/2014/main" id="{047BB740-DB25-4C79-A6EC-6A755FFE6017}"/>
              </a:ext>
            </a:extLst>
          </p:cNvPr>
          <p:cNvSpPr>
            <a:spLocks xmlns:a="http://schemas.openxmlformats.org/drawingml/2006/main" noGrp="1"/>
          </p:cNvSpPr>
          <p:nvPr/>
        </p:nvSpPr>
        <p:spPr>
          <a:xfrm xmlns:a="http://schemas.openxmlformats.org/drawingml/2006/main">
            <a:off x="1143000" y="3933825"/>
            <a:ext cx="1600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42F33"/>
                </a:solidFill>
                <a:latin typeface="Nimbus Sans"/>
                <a:ea typeface="Nimbus Sans"/>
                <a:cs typeface="Nimbus Sans"/>
              </a:defRPr>
            </a:defPPr>
          </a:lstStyle>
          <a:p xmlns:a="http://schemas.openxmlformats.org/drawingml/2006/main">
            <a:pPr algn="l">
              <a:buNone/>
              <a:defRPr sz="2700" b="0">
                <a:solidFill>
                  <a:srgbClr val="142F33"/>
                </a:solidFill>
                <a:latin typeface="Nimbus Sans"/>
                <a:ea typeface="Nimbus Sans"/>
                <a:cs typeface="Nimbus Sans"/>
              </a:defRPr>
            </a:pPr>
            <a:r>
              <a:rPr sz="2700" b="0">
                <a:solidFill>
                  <a:srgbClr val="142F33"/>
                </a:solidFill>
                <a:latin typeface="Nimbus Sans"/>
                <a:ea typeface="Nimbus Sans"/>
                <a:cs typeface="Nimbus Sans"/>
              </a:rPr>
              <a:t>Hints and explanations suited to the chosen activity.</a:t>
            </a:r>
          </a:p>
        </p:txBody>
      </p:sp>
      <p:sp>
        <p:nvSpPr>
          <p:cNvPr id="5" name="">
            <a:extLst xmlns:a="http://schemas.openxmlformats.org/drawingml/2006/main">
              <a:ext uri="{FF2B5EF4-FFF2-40B4-BE49-F238E27FC236}">
                <a16:creationId xmlns:a16="http://schemas.microsoft.com/office/drawing/2014/main" id="{E912F3C5-5A8C-4C75-B57D-5A2480B78D2D}"/>
              </a:ext>
            </a:extLst>
          </p:cNvPr>
          <p:cNvSpPr>
            <a:spLocks xmlns:a="http://schemas.openxmlformats.org/drawingml/2006/main" noGrp="1"/>
          </p:cNvSpPr>
          <p:nvPr/>
        </p:nvSpPr>
        <p:spPr>
          <a:xfrm xmlns:a="http://schemas.openxmlformats.org/drawingml/2006/main">
            <a:off x="1143000" y="4857750"/>
            <a:ext cx="1600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26B61"/>
                </a:solidFill>
                <a:latin typeface="Nimbus Sans"/>
                <a:ea typeface="Nimbus Sans"/>
                <a:cs typeface="Nimbus Sans"/>
              </a:defRPr>
            </a:defPPr>
          </a:lstStyle>
          <a:p xmlns:a="http://schemas.openxmlformats.org/drawingml/2006/main">
            <a:pPr algn="l">
              <a:buNone/>
              <a:defRPr sz="3450" b="1">
                <a:solidFill>
                  <a:srgbClr val="126B61"/>
                </a:solidFill>
                <a:latin typeface="Nimbus Sans"/>
                <a:ea typeface="Nimbus Sans"/>
                <a:cs typeface="Nimbus Sans"/>
              </a:defRPr>
            </a:pPr>
            <a:r>
              <a:rPr sz="3450" b="1">
                <a:solidFill>
                  <a:srgbClr val="126B61"/>
                </a:solidFill>
                <a:latin typeface="Nimbus Sans"/>
                <a:ea typeface="Nimbus Sans"/>
                <a:cs typeface="Nimbus Sans"/>
              </a:rPr>
              <a:t>Readable sharing choices</a:t>
            </a:r>
          </a:p>
        </p:txBody>
      </p:sp>
      <p:sp>
        <p:nvSpPr>
          <p:cNvPr id="6" name="">
            <a:extLst xmlns:a="http://schemas.openxmlformats.org/drawingml/2006/main">
              <a:ext uri="{FF2B5EF4-FFF2-40B4-BE49-F238E27FC236}">
                <a16:creationId xmlns:a16="http://schemas.microsoft.com/office/drawing/2014/main" id="{9170F60B-79EC-46C0-A7A8-F3D37690E2A9}"/>
              </a:ext>
            </a:extLst>
          </p:cNvPr>
          <p:cNvSpPr>
            <a:spLocks xmlns:a="http://schemas.openxmlformats.org/drawingml/2006/main" noGrp="1"/>
          </p:cNvSpPr>
          <p:nvPr/>
        </p:nvSpPr>
        <p:spPr>
          <a:xfrm xmlns:a="http://schemas.openxmlformats.org/drawingml/2006/main">
            <a:off x="1143000" y="5410200"/>
            <a:ext cx="1600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42F33"/>
                </a:solidFill>
                <a:latin typeface="Nimbus Sans"/>
                <a:ea typeface="Nimbus Sans"/>
                <a:cs typeface="Nimbus Sans"/>
              </a:defRPr>
            </a:defPPr>
          </a:lstStyle>
          <a:p xmlns:a="http://schemas.openxmlformats.org/drawingml/2006/main">
            <a:pPr algn="l">
              <a:buNone/>
              <a:defRPr sz="2700" b="0">
                <a:solidFill>
                  <a:srgbClr val="142F33"/>
                </a:solidFill>
                <a:latin typeface="Nimbus Sans"/>
                <a:ea typeface="Nimbus Sans"/>
                <a:cs typeface="Nimbus Sans"/>
              </a:defRPr>
            </a:pPr>
            <a:r>
              <a:rPr sz="2700" b="0">
                <a:solidFill>
                  <a:srgbClr val="142F33"/>
                </a:solidFill>
                <a:latin typeface="Nimbus Sans"/>
                <a:ea typeface="Nimbus Sans"/>
                <a:cs typeface="Nimbus Sans"/>
              </a:rPr>
              <a:t>Show what information would leave the household.</a:t>
            </a:r>
          </a:p>
        </p:txBody>
      </p:sp>
      <p:sp>
        <p:nvSpPr>
          <p:cNvPr id="7" name="">
            <a:extLst xmlns:a="http://schemas.openxmlformats.org/drawingml/2006/main">
              <a:ext uri="{FF2B5EF4-FFF2-40B4-BE49-F238E27FC236}">
                <a16:creationId xmlns:a16="http://schemas.microsoft.com/office/drawing/2014/main" id="{57BF8031-7C7E-4B66-820F-DB06AD3CD019}"/>
              </a:ext>
            </a:extLst>
          </p:cNvPr>
          <p:cNvSpPr>
            <a:spLocks xmlns:a="http://schemas.openxmlformats.org/drawingml/2006/main" noGrp="1"/>
          </p:cNvSpPr>
          <p:nvPr/>
        </p:nvSpPr>
        <p:spPr>
          <a:xfrm xmlns:a="http://schemas.openxmlformats.org/drawingml/2006/main">
            <a:off x="1143000" y="6334125"/>
            <a:ext cx="1600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26B61"/>
                </a:solidFill>
                <a:latin typeface="Nimbus Sans"/>
                <a:ea typeface="Nimbus Sans"/>
                <a:cs typeface="Nimbus Sans"/>
              </a:defRPr>
            </a:defPPr>
          </a:lstStyle>
          <a:p xmlns:a="http://schemas.openxmlformats.org/drawingml/2006/main">
            <a:pPr algn="l">
              <a:buNone/>
              <a:defRPr sz="3450" b="1">
                <a:solidFill>
                  <a:srgbClr val="126B61"/>
                </a:solidFill>
                <a:latin typeface="Nimbus Sans"/>
                <a:ea typeface="Nimbus Sans"/>
                <a:cs typeface="Nimbus Sans"/>
              </a:defRPr>
            </a:pPr>
            <a:r>
              <a:rPr sz="3450" b="1">
                <a:solidFill>
                  <a:srgbClr val="126B61"/>
                </a:solidFill>
                <a:latin typeface="Nimbus Sans"/>
                <a:ea typeface="Nimbus Sans"/>
                <a:cs typeface="Nimbus Sans"/>
              </a:rPr>
              <a:t>A route to correction</a:t>
            </a:r>
          </a:p>
        </p:txBody>
      </p:sp>
      <p:sp>
        <p:nvSpPr>
          <p:cNvPr id="8" name="">
            <a:extLst xmlns:a="http://schemas.openxmlformats.org/drawingml/2006/main">
              <a:ext uri="{FF2B5EF4-FFF2-40B4-BE49-F238E27FC236}">
                <a16:creationId xmlns:a16="http://schemas.microsoft.com/office/drawing/2014/main" id="{692AEB48-7700-4BD9-B6CF-F44AF5DA1BF1}"/>
              </a:ext>
            </a:extLst>
          </p:cNvPr>
          <p:cNvSpPr>
            <a:spLocks xmlns:a="http://schemas.openxmlformats.org/drawingml/2006/main" noGrp="1"/>
          </p:cNvSpPr>
          <p:nvPr/>
        </p:nvSpPr>
        <p:spPr>
          <a:xfrm xmlns:a="http://schemas.openxmlformats.org/drawingml/2006/main">
            <a:off x="1143000" y="6886575"/>
            <a:ext cx="1600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42F33"/>
                </a:solidFill>
                <a:latin typeface="Nimbus Sans"/>
                <a:ea typeface="Nimbus Sans"/>
                <a:cs typeface="Nimbus Sans"/>
              </a:defRPr>
            </a:defPPr>
          </a:lstStyle>
          <a:p xmlns:a="http://schemas.openxmlformats.org/drawingml/2006/main">
            <a:pPr algn="l">
              <a:buNone/>
              <a:defRPr sz="2700" b="0">
                <a:solidFill>
                  <a:srgbClr val="142F33"/>
                </a:solidFill>
                <a:latin typeface="Nimbus Sans"/>
                <a:ea typeface="Nimbus Sans"/>
                <a:cs typeface="Nimbus Sans"/>
              </a:defRPr>
            </a:pPr>
            <a:r>
              <a:rPr sz="2700" b="0">
                <a:solidFill>
                  <a:srgbClr val="142F33"/>
                </a:solidFill>
                <a:latin typeface="Nimbus Sans"/>
                <a:ea typeface="Nimbus Sans"/>
                <a:cs typeface="Nimbus Sans"/>
              </a:rPr>
              <a:t>Let people question a rule or a mistaken interpretation.</a:t>
            </a:r>
          </a:p>
        </p:txBody>
      </p:sp>
      <p:sp>
        <p:nvSpPr>
          <p:cNvPr id="9" name="">
            <a:extLst xmlns:a="http://schemas.openxmlformats.org/drawingml/2006/main">
              <a:ext uri="{FF2B5EF4-FFF2-40B4-BE49-F238E27FC236}">
                <a16:creationId xmlns:a16="http://schemas.microsoft.com/office/drawing/2014/main" id="{C02C27C5-F871-47E6-A7C5-A94584BA3878}"/>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A6265"/>
                </a:solidFill>
                <a:latin typeface="Nimbus Sans"/>
                <a:ea typeface="Nimbus Sans"/>
                <a:cs typeface="Nimbus Sans"/>
              </a:defRPr>
            </a:defPPr>
          </a:lstStyle>
          <a:p xmlns:a="http://schemas.openxmlformats.org/drawingml/2006/main">
            <a:pPr algn="l">
              <a:buNone/>
              <a:defRPr sz="2175" b="0">
                <a:solidFill>
                  <a:srgbClr val="4A6265"/>
                </a:solidFill>
                <a:latin typeface="Nimbus Sans"/>
                <a:ea typeface="Nimbus Sans"/>
                <a:cs typeface="Nimbus Sans"/>
              </a:defRPr>
            </a:pPr>
            <a:r>
              <a:rPr sz="2175" b="0">
                <a:solidFill>
                  <a:srgbClr val="4A6265"/>
                </a:solidFill>
                <a:latin typeface="Nimbus Sans"/>
                <a:ea typeface="Nimbus Sans"/>
                <a:cs typeface="Nimbus Sans"/>
              </a:rPr>
              <a:t>Coverage applies to supported connections. Whole-device protection and child-facing usefulness remain unproved.</a:t>
            </a:r>
          </a:p>
        </p:txBody>
      </p:sp>
    </p:spTree>
    <p:extLst>
      <p:ext uri="{BB962C8B-B14F-4D97-AF65-F5344CB8AC3E}">
        <p14:creationId xmlns:p14="http://schemas.microsoft.com/office/powerpoint/2010/main" val="166288741"/>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A09181-BE8F-4373-B6A9-8AF2C42DADB1}"/>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Development evidence</a:t>
            </a:r>
          </a:p>
        </p:txBody>
      </p:sp>
      <p:sp>
        <p:nvSpPr>
          <p:cNvPr id="2" name="">
            <a:extLst xmlns:a="http://schemas.openxmlformats.org/drawingml/2006/main">
              <a:ext uri="{FF2B5EF4-FFF2-40B4-BE49-F238E27FC236}">
                <a16:creationId xmlns:a16="http://schemas.microsoft.com/office/drawing/2014/main" id="{D5A33EF2-1CB1-467A-B7F6-B8BE1BCACF93}"/>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Reviewer snapshot: 18 October 2026 UTC</a:t>
            </a:r>
          </a:p>
        </p:txBody>
      </p:sp>
      <p:sp>
        <p:nvSpPr>
          <p:cNvPr id="3" name="">
            <a:extLst xmlns:a="http://schemas.openxmlformats.org/drawingml/2006/main">
              <a:ext uri="{FF2B5EF4-FFF2-40B4-BE49-F238E27FC236}">
                <a16:creationId xmlns:a16="http://schemas.microsoft.com/office/drawing/2014/main" id="{4CBB9AB8-531C-4E86-A6AB-78661F6136F7}"/>
              </a:ext>
            </a:extLst>
          </p:cNvPr>
          <p:cNvSpPr>
            <a:spLocks xmlns:a="http://schemas.openxmlformats.org/drawingml/2006/main" noGrp="1"/>
          </p:cNvSpPr>
          <p:nvPr/>
        </p:nvSpPr>
        <p:spPr>
          <a:xfrm xmlns:a="http://schemas.openxmlformats.org/drawingml/2006/main">
            <a:off x="1143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26B61"/>
                </a:solidFill>
                <a:latin typeface="Nimbus Sans"/>
                <a:ea typeface="Nimbus Sans"/>
                <a:cs typeface="Nimbus Sans"/>
              </a:defRPr>
            </a:defPPr>
          </a:lstStyle>
          <a:p xmlns:a="http://schemas.openxmlformats.org/drawingml/2006/main">
            <a:pPr algn="l">
              <a:buNone/>
              <a:defRPr sz="3900" b="1">
                <a:solidFill>
                  <a:srgbClr val="126B61"/>
                </a:solidFill>
                <a:latin typeface="Nimbus Sans"/>
                <a:ea typeface="Nimbus Sans"/>
                <a:cs typeface="Nimbus Sans"/>
              </a:defRPr>
            </a:pPr>
            <a:r>
              <a:rPr sz="3900" b="1">
                <a:solidFill>
                  <a:srgbClr val="126B61"/>
                </a:solidFill>
                <a:latin typeface="Nimbus Sans"/>
                <a:ea typeface="Nimbus Sans"/>
                <a:cs typeface="Nimbus Sans"/>
              </a:rPr>
              <a:t>Offline demonstration</a:t>
            </a:r>
          </a:p>
        </p:txBody>
      </p:sp>
      <p:sp>
        <p:nvSpPr>
          <p:cNvPr id="4" name="">
            <a:extLst xmlns:a="http://schemas.openxmlformats.org/drawingml/2006/main">
              <a:ext uri="{FF2B5EF4-FFF2-40B4-BE49-F238E27FC236}">
                <a16:creationId xmlns:a16="http://schemas.microsoft.com/office/drawing/2014/main" id="{010F71C1-82FD-4636-B016-DDC7BE15D078}"/>
              </a:ext>
            </a:extLst>
          </p:cNvPr>
          <p:cNvSpPr>
            <a:spLocks xmlns:a="http://schemas.openxmlformats.org/drawingml/2006/main" noGrp="1"/>
          </p:cNvSpPr>
          <p:nvPr/>
        </p:nvSpPr>
        <p:spPr>
          <a:xfrm xmlns:a="http://schemas.openxmlformats.org/drawingml/2006/main">
            <a:off x="1143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42F33"/>
                </a:solidFill>
                <a:latin typeface="Nimbus Sans"/>
                <a:ea typeface="Nimbus Sans"/>
                <a:cs typeface="Nimbus Sans"/>
              </a:defRPr>
            </a:defPPr>
          </a:lstStyle>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Captured output, custody and repair</a:t>
            </a:r>
          </a:p>
          <a:p xmlns:a="http://schemas.openxmlformats.org/drawingml/2006/main">
            <a:pPr algn="l">
              <a:buNone/>
              <a:defRPr sz="3225" b="0">
                <a:solidFill>
                  <a:srgbClr val="142F33"/>
                </a:solidFill>
                <a:latin typeface="Nimbus Sans"/>
                <a:ea typeface="Nimbus Sans"/>
                <a:cs typeface="Nimbus Sans"/>
              </a:defRPr>
            </a:pPr>
          </a:p>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Scripted review and export verification</a:t>
            </a:r>
          </a:p>
          <a:p xmlns:a="http://schemas.openxmlformats.org/drawingml/2006/main">
            <a:pPr algn="l">
              <a:buNone/>
              <a:defRPr sz="3225" b="0">
                <a:solidFill>
                  <a:srgbClr val="142F33"/>
                </a:solidFill>
                <a:latin typeface="Nimbus Sans"/>
                <a:ea typeface="Nimbus Sans"/>
                <a:cs typeface="Nimbus Sans"/>
              </a:defRPr>
            </a:pPr>
          </a:p>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8 focused tests; 4 directory/ZIP checks</a:t>
            </a:r>
          </a:p>
        </p:txBody>
      </p:sp>
      <p:sp>
        <p:nvSpPr>
          <p:cNvPr id="5" name="">
            <a:extLst xmlns:a="http://schemas.openxmlformats.org/drawingml/2006/main">
              <a:ext uri="{FF2B5EF4-FFF2-40B4-BE49-F238E27FC236}">
                <a16:creationId xmlns:a16="http://schemas.microsoft.com/office/drawing/2014/main" id="{1D48830A-E5CC-49E6-B24E-A520BD6211A9}"/>
              </a:ext>
            </a:extLst>
          </p:cNvPr>
          <p:cNvSpPr>
            <a:spLocks xmlns:a="http://schemas.openxmlformats.org/drawingml/2006/main" noGrp="1"/>
          </p:cNvSpPr>
          <p:nvPr/>
        </p:nvSpPr>
        <p:spPr>
          <a:xfrm xmlns:a="http://schemas.openxmlformats.org/drawingml/2006/main">
            <a:off x="9525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26B61"/>
                </a:solidFill>
                <a:latin typeface="Nimbus Sans"/>
                <a:ea typeface="Nimbus Sans"/>
                <a:cs typeface="Nimbus Sans"/>
              </a:defRPr>
            </a:defPPr>
          </a:lstStyle>
          <a:p xmlns:a="http://schemas.openxmlformats.org/drawingml/2006/main">
            <a:pPr algn="l">
              <a:buNone/>
              <a:defRPr sz="3900" b="1">
                <a:solidFill>
                  <a:srgbClr val="126B61"/>
                </a:solidFill>
                <a:latin typeface="Nimbus Sans"/>
                <a:ea typeface="Nimbus Sans"/>
                <a:cs typeface="Nimbus Sans"/>
              </a:defRPr>
            </a:pPr>
            <a:r>
              <a:rPr sz="3900" b="1">
                <a:solidFill>
                  <a:srgbClr val="126B61"/>
                </a:solidFill>
                <a:latin typeface="Nimbus Sans"/>
                <a:ea typeface="Nimbus Sans"/>
                <a:cs typeface="Nimbus Sans"/>
              </a:rPr>
              <a:t>Still to demonstrate</a:t>
            </a:r>
          </a:p>
        </p:txBody>
      </p:sp>
      <p:sp>
        <p:nvSpPr>
          <p:cNvPr id="6" name="">
            <a:extLst xmlns:a="http://schemas.openxmlformats.org/drawingml/2006/main">
              <a:ext uri="{FF2B5EF4-FFF2-40B4-BE49-F238E27FC236}">
                <a16:creationId xmlns:a16="http://schemas.microsoft.com/office/drawing/2014/main" id="{8B164B7B-10F0-4387-A78E-58373A61BFA8}"/>
              </a:ext>
            </a:extLst>
          </p:cNvPr>
          <p:cNvSpPr>
            <a:spLocks xmlns:a="http://schemas.openxmlformats.org/drawingml/2006/main" noGrp="1"/>
          </p:cNvSpPr>
          <p:nvPr/>
        </p:nvSpPr>
        <p:spPr>
          <a:xfrm xmlns:a="http://schemas.openxmlformats.org/drawingml/2006/main">
            <a:off x="9525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42F33"/>
                </a:solidFill>
                <a:latin typeface="Nimbus Sans"/>
                <a:ea typeface="Nimbus Sans"/>
                <a:cs typeface="Nimbus Sans"/>
              </a:defRPr>
            </a:defPPr>
          </a:lstStyle>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Installed startup</a:t>
            </a:r>
          </a:p>
          <a:p xmlns:a="http://schemas.openxmlformats.org/drawingml/2006/main">
            <a:pPr algn="l">
              <a:buNone/>
              <a:defRPr sz="3225" b="0">
                <a:solidFill>
                  <a:srgbClr val="142F33"/>
                </a:solidFill>
                <a:latin typeface="Nimbus Sans"/>
                <a:ea typeface="Nimbus Sans"/>
                <a:cs typeface="Nimbus Sans"/>
              </a:defRPr>
            </a:pPr>
          </a:p>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Live model and ChatGPT operation</a:t>
            </a:r>
          </a:p>
          <a:p xmlns:a="http://schemas.openxmlformats.org/drawingml/2006/main">
            <a:pPr algn="l">
              <a:buNone/>
              <a:defRPr sz="3225" b="0">
                <a:solidFill>
                  <a:srgbClr val="142F33"/>
                </a:solidFill>
                <a:latin typeface="Nimbus Sans"/>
                <a:ea typeface="Nimbus Sans"/>
                <a:cs typeface="Nimbus Sans"/>
              </a:defRPr>
            </a:pPr>
          </a:p>
          <a:p xmlns:a="http://schemas.openxmlformats.org/drawingml/2006/main">
            <a:pPr algn="l">
              <a:buNone/>
              <a:defRPr sz="3225" b="0">
                <a:solidFill>
                  <a:srgbClr val="142F33"/>
                </a:solidFill>
                <a:latin typeface="Nimbus Sans"/>
                <a:ea typeface="Nimbus Sans"/>
                <a:cs typeface="Nimbus Sans"/>
              </a:defRPr>
            </a:pPr>
            <a:r>
              <a:rPr sz="3225" b="0">
                <a:solidFill>
                  <a:srgbClr val="142F33"/>
                </a:solidFill>
                <a:latin typeface="Nimbus Sans"/>
                <a:ea typeface="Nimbus Sans"/>
                <a:cs typeface="Nimbus Sans"/>
              </a:rPr>
              <a:t>Human usefulness and P2P operation</a:t>
            </a:r>
          </a:p>
        </p:txBody>
      </p:sp>
      <p:sp>
        <p:nvSpPr>
          <p:cNvPr id="7" name="">
            <a:extLst xmlns:a="http://schemas.openxmlformats.org/drawingml/2006/main">
              <a:ext uri="{FF2B5EF4-FFF2-40B4-BE49-F238E27FC236}">
                <a16:creationId xmlns:a16="http://schemas.microsoft.com/office/drawing/2014/main" id="{C72E5923-EBBB-4630-8F3E-EF3863FE742A}"/>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A6265"/>
                </a:solidFill>
                <a:latin typeface="Nimbus Sans"/>
                <a:ea typeface="Nimbus Sans"/>
                <a:cs typeface="Nimbus Sans"/>
              </a:defRPr>
            </a:defPPr>
          </a:lstStyle>
          <a:p xmlns:a="http://schemas.openxmlformats.org/drawingml/2006/main">
            <a:pPr algn="l">
              <a:buNone/>
              <a:defRPr sz="2175" b="0">
                <a:solidFill>
                  <a:srgbClr val="4A6265"/>
                </a:solidFill>
                <a:latin typeface="Nimbus Sans"/>
                <a:ea typeface="Nimbus Sans"/>
                <a:cs typeface="Nimbus Sans"/>
              </a:defRPr>
            </a:pPr>
            <a:r>
              <a:rPr sz="2175" b="0">
                <a:solidFill>
                  <a:srgbClr val="4A6265"/>
                </a:solidFill>
                <a:latin typeface="Nimbus Sans"/>
                <a:ea typeface="Nimbus Sans"/>
                <a:cs typeface="Nimbus Sans"/>
              </a:rPr>
              <a:t>Private reviewer repository. Access pending. No model called.</a:t>
            </a:r>
          </a:p>
        </p:txBody>
      </p:sp>
    </p:spTree>
    <p:extLst>
      <p:ext uri="{BB962C8B-B14F-4D97-AF65-F5344CB8AC3E}">
        <p14:creationId xmlns:p14="http://schemas.microsoft.com/office/powerpoint/2010/main" val="218473238"/>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EFDAAA-7C5D-409D-B11A-66B2862AA97E}"/>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F33"/>
                </a:solidFill>
                <a:latin typeface="Nimbus Sans"/>
                <a:ea typeface="Nimbus Sans"/>
                <a:cs typeface="Nimbus Sans"/>
              </a:defRPr>
            </a:defPPr>
          </a:lstStyle>
          <a:p xmlns:a="http://schemas.openxmlformats.org/drawingml/2006/main">
            <a:pPr algn="l">
              <a:buNone/>
              <a:defRPr sz="5700" b="1">
                <a:solidFill>
                  <a:srgbClr val="142F33"/>
                </a:solidFill>
                <a:latin typeface="Nimbus Sans"/>
                <a:ea typeface="Nimbus Sans"/>
                <a:cs typeface="Nimbus Sans"/>
              </a:defRPr>
            </a:pPr>
            <a:r>
              <a:rPr sz="5700" b="1">
                <a:solidFill>
                  <a:srgbClr val="142F33"/>
                </a:solidFill>
                <a:latin typeface="Nimbus Sans"/>
                <a:ea typeface="Nimbus Sans"/>
                <a:cs typeface="Nimbus Sans"/>
              </a:rPr>
              <a:t>One recurring task to make easier</a:t>
            </a:r>
          </a:p>
        </p:txBody>
      </p:sp>
      <p:sp>
        <p:nvSpPr>
          <p:cNvPr id="2" name="">
            <a:extLst xmlns:a="http://schemas.openxmlformats.org/drawingml/2006/main">
              <a:ext uri="{FF2B5EF4-FFF2-40B4-BE49-F238E27FC236}">
                <a16:creationId xmlns:a16="http://schemas.microsoft.com/office/drawing/2014/main" id="{7F19AF9A-9400-40E6-83F7-254D52575F01}"/>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4A6265"/>
                </a:solidFill>
                <a:latin typeface="Nimbus Sans"/>
                <a:ea typeface="Nimbus Sans"/>
                <a:cs typeface="Nimbus Sans"/>
              </a:defRPr>
            </a:defPPr>
          </a:lstStyle>
          <a:p xmlns:a="http://schemas.openxmlformats.org/drawingml/2006/main">
            <a:pPr algn="l">
              <a:buNone/>
              <a:defRPr sz="2700" b="0">
                <a:solidFill>
                  <a:srgbClr val="4A6265"/>
                </a:solidFill>
                <a:latin typeface="Nimbus Sans"/>
                <a:ea typeface="Nimbus Sans"/>
                <a:cs typeface="Nimbus Sans"/>
              </a:defRPr>
            </a:pPr>
            <a:r>
              <a:rPr sz="2700" b="0">
                <a:solidFill>
                  <a:srgbClr val="4A6265"/>
                </a:solidFill>
                <a:latin typeface="Nimbus Sans"/>
                <a:ea typeface="Nimbus Sans"/>
                <a:cs typeface="Nimbus Sans"/>
              </a:rPr>
              <a:t>An invitation to engineers, researchers and prospective users</a:t>
            </a:r>
          </a:p>
        </p:txBody>
      </p:sp>
      <p:sp>
        <p:nvSpPr>
          <p:cNvPr id="3" name="">
            <a:extLst xmlns:a="http://schemas.openxmlformats.org/drawingml/2006/main">
              <a:ext uri="{FF2B5EF4-FFF2-40B4-BE49-F238E27FC236}">
                <a16:creationId xmlns:a16="http://schemas.microsoft.com/office/drawing/2014/main" id="{4051E403-AEAD-4668-B73C-D72F2EAA09BA}"/>
              </a:ext>
            </a:extLst>
          </p:cNvPr>
          <p:cNvSpPr>
            <a:spLocks xmlns:a="http://schemas.openxmlformats.org/drawingml/2006/main" noGrp="1"/>
          </p:cNvSpPr>
          <p:nvPr/>
        </p:nvSpPr>
        <p:spPr>
          <a:xfrm xmlns:a="http://schemas.openxmlformats.org/drawingml/2006/main">
            <a:off x="1143000" y="3524250"/>
            <a:ext cx="15621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26B61"/>
                </a:solidFill>
                <a:latin typeface="Nimbus Sans"/>
                <a:ea typeface="Nimbus Sans"/>
                <a:cs typeface="Nimbus Sans"/>
              </a:defRPr>
            </a:defPPr>
          </a:lstStyle>
          <a:p xmlns:a="http://schemas.openxmlformats.org/drawingml/2006/main">
            <a:pPr algn="l">
              <a:buNone/>
              <a:defRPr sz="4800" b="1">
                <a:solidFill>
                  <a:srgbClr val="126B61"/>
                </a:solidFill>
                <a:latin typeface="Nimbus Sans"/>
                <a:ea typeface="Nimbus Sans"/>
                <a:cs typeface="Nimbus Sans"/>
              </a:defRPr>
            </a:pPr>
            <a:r>
              <a:rPr sz="4800" b="1">
                <a:solidFill>
                  <a:srgbClr val="126B61"/>
                </a:solidFill>
                <a:latin typeface="Nimbus Sans"/>
                <a:ea typeface="Nimbus Sans"/>
                <a:cs typeface="Nimbus Sans"/>
              </a:rPr>
              <a:t>What do you do today?</a:t>
            </a:r>
          </a:p>
          <a:p xmlns:a="http://schemas.openxmlformats.org/drawingml/2006/main">
            <a:pPr algn="l">
              <a:buNone/>
              <a:defRPr sz="4800" b="1">
                <a:solidFill>
                  <a:srgbClr val="126B61"/>
                </a:solidFill>
                <a:latin typeface="Nimbus Sans"/>
                <a:ea typeface="Nimbus Sans"/>
                <a:cs typeface="Nimbus Sans"/>
              </a:defRPr>
            </a:pPr>
            <a:r>
              <a:rPr sz="4800" b="1">
                <a:solidFill>
                  <a:srgbClr val="126B61"/>
                </a:solidFill>
                <a:latin typeface="Nimbus Sans"/>
                <a:ea typeface="Nimbus Sans"/>
                <a:cs typeface="Nimbus Sans"/>
              </a:rPr>
              <a:t>What would count as a better result?</a:t>
            </a:r>
          </a:p>
        </p:txBody>
      </p:sp>
      <p:sp>
        <p:nvSpPr>
          <p:cNvPr id="4" name="">
            <a:extLst xmlns:a="http://schemas.openxmlformats.org/drawingml/2006/main">
              <a:ext uri="{FF2B5EF4-FFF2-40B4-BE49-F238E27FC236}">
                <a16:creationId xmlns:a16="http://schemas.microsoft.com/office/drawing/2014/main" id="{E770A14D-674A-4F88-98EA-AA075E81A148}"/>
              </a:ext>
            </a:extLst>
          </p:cNvPr>
          <p:cNvSpPr>
            <a:spLocks xmlns:a="http://schemas.openxmlformats.org/drawingml/2006/main" noGrp="1"/>
          </p:cNvSpPr>
          <p:nvPr/>
        </p:nvSpPr>
        <p:spPr>
          <a:xfrm xmlns:a="http://schemas.openxmlformats.org/drawingml/2006/main">
            <a:off x="1143000" y="6572250"/>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0">
                <a:solidFill>
                  <a:srgbClr val="142F33"/>
                </a:solidFill>
                <a:latin typeface="Nimbus Sans"/>
                <a:ea typeface="Nimbus Sans"/>
                <a:cs typeface="Nimbus Sans"/>
              </a:defRPr>
            </a:defPPr>
          </a:lstStyle>
          <a:p xmlns:a="http://schemas.openxmlformats.org/drawingml/2006/main">
            <a:pPr algn="l">
              <a:buNone/>
              <a:defRPr sz="4275" b="0">
                <a:solidFill>
                  <a:srgbClr val="142F33"/>
                </a:solidFill>
                <a:latin typeface="Nimbus Sans"/>
                <a:ea typeface="Nimbus Sans"/>
                <a:cs typeface="Nimbus Sans"/>
              </a:defRPr>
            </a:pPr>
            <a:r>
              <a:rPr sz="4275" b="0">
                <a:solidFill>
                  <a:srgbClr val="142F33"/>
                </a:solidFill>
                <a:latin typeface="Nimbus Sans"/>
                <a:ea typeface="Nimbus Sans"/>
                <a:cs typeface="Nimbus Sans"/>
              </a:rPr>
              <a:t>info@ultraverbaluxmentis.org</a:t>
            </a:r>
          </a:p>
        </p:txBody>
      </p:sp>
      <p:sp>
        <p:nvSpPr>
          <p:cNvPr id="5" name="">
            <a:extLst xmlns:a="http://schemas.openxmlformats.org/drawingml/2006/main">
              <a:ext uri="{FF2B5EF4-FFF2-40B4-BE49-F238E27FC236}">
                <a16:creationId xmlns:a16="http://schemas.microsoft.com/office/drawing/2014/main" id="{CA1E035C-2E7F-4BED-9DBD-1E7E10D9CCCD}"/>
              </a:ext>
            </a:extLst>
          </p:cNvPr>
          <p:cNvSpPr>
            <a:spLocks xmlns:a="http://schemas.openxmlformats.org/drawingml/2006/main" noGrp="1"/>
          </p:cNvSpPr>
          <p:nvPr/>
        </p:nvSpPr>
        <p:spPr>
          <a:xfrm xmlns:a="http://schemas.openxmlformats.org/drawingml/2006/main">
            <a:off x="1143000" y="7762875"/>
            <a:ext cx="1600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4A6265"/>
                </a:solidFill>
                <a:latin typeface="Nimbus Sans"/>
                <a:ea typeface="Nimbus Sans"/>
                <a:cs typeface="Nimbus Sans"/>
              </a:defRPr>
            </a:defPPr>
          </a:lstStyle>
          <a:p xmlns:a="http://schemas.openxmlformats.org/drawingml/2006/main">
            <a:pPr algn="l">
              <a:buNone/>
              <a:defRPr sz="3000" b="0">
                <a:solidFill>
                  <a:srgbClr val="4A6265"/>
                </a:solidFill>
                <a:latin typeface="Nimbus Sans"/>
                <a:ea typeface="Nimbus Sans"/>
                <a:cs typeface="Nimbus Sans"/>
              </a:defRPr>
            </a:pPr>
            <a:r>
              <a:rPr sz="3000" b="0">
                <a:solidFill>
                  <a:srgbClr val="4A6265"/>
                </a:solidFill>
                <a:latin typeface="Nimbus Sans"/>
                <a:ea typeface="Nimbus Sans"/>
                <a:cs typeface="Nimbus Sans"/>
              </a:rPr>
              <a:t>github.com/pdxvoiceteacher/triadicbrain-open-alpha</a:t>
            </a:r>
          </a:p>
        </p:txBody>
      </p:sp>
    </p:spTree>
    <p:extLst>
      <p:ext uri="{BB962C8B-B14F-4D97-AF65-F5344CB8AC3E}">
        <p14:creationId xmlns:p14="http://schemas.microsoft.com/office/powerpoint/2010/main" val="887550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2026-10-18T22:48:38.9040000Z</dcterms:created>
  <dcterms:modified xsi:type="dcterms:W3CDTF">2026-10-18T22:48:38.9040000Z</dcterms:modified>
</coreProperties>
</file>